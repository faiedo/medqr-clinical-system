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</p:sldMasterIdLst>
  <p:handoutMasterIdLst>
    <p:handoutMasterId r:id="rId28"/>
  </p:handoutMasterIdLst>
  <p:sldIdLst>
    <p:sldId id="288" r:id="rId5"/>
    <p:sldId id="301" r:id="rId6"/>
    <p:sldId id="302" r:id="rId7"/>
    <p:sldId id="293" r:id="rId8"/>
    <p:sldId id="304" r:id="rId9"/>
    <p:sldId id="303" r:id="rId10"/>
    <p:sldId id="305" r:id="rId11"/>
    <p:sldId id="306" r:id="rId12"/>
    <p:sldId id="307" r:id="rId13"/>
    <p:sldId id="308" r:id="rId14"/>
    <p:sldId id="309" r:id="rId15"/>
    <p:sldId id="298" r:id="rId16"/>
    <p:sldId id="310" r:id="rId17"/>
    <p:sldId id="314" r:id="rId18"/>
    <p:sldId id="315" r:id="rId19"/>
    <p:sldId id="311" r:id="rId20"/>
    <p:sldId id="312" r:id="rId21"/>
    <p:sldId id="313" r:id="rId22"/>
    <p:sldId id="316" r:id="rId23"/>
    <p:sldId id="318" r:id="rId24"/>
    <p:sldId id="319" r:id="rId25"/>
    <p:sldId id="320" r:id="rId26"/>
    <p:sldId id="300" r:id="rId27"/>
  </p:sldIdLst>
  <p:sldSz cx="16402050" cy="960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DB409441-E25A-462F-9A2D-B5D2AB63FBF8}">
          <p14:sldIdLst>
            <p14:sldId id="288"/>
            <p14:sldId id="301"/>
            <p14:sldId id="302"/>
            <p14:sldId id="293"/>
            <p14:sldId id="304"/>
            <p14:sldId id="303"/>
            <p14:sldId id="305"/>
            <p14:sldId id="306"/>
            <p14:sldId id="307"/>
            <p14:sldId id="308"/>
            <p14:sldId id="309"/>
            <p14:sldId id="298"/>
            <p14:sldId id="310"/>
            <p14:sldId id="314"/>
            <p14:sldId id="315"/>
            <p14:sldId id="311"/>
            <p14:sldId id="312"/>
            <p14:sldId id="313"/>
            <p14:sldId id="316"/>
            <p14:sldId id="318"/>
            <p14:sldId id="319"/>
            <p14:sldId id="320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2350"/>
    <a:srgbClr val="56579B"/>
    <a:srgbClr val="EEEEFC"/>
    <a:srgbClr val="19266B"/>
    <a:srgbClr val="393683"/>
    <a:srgbClr val="000000"/>
    <a:srgbClr val="344C90"/>
    <a:srgbClr val="2E4296"/>
    <a:srgbClr val="DBBBC7"/>
    <a:srgbClr val="C4D2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7" autoAdjust="0"/>
  </p:normalViewPr>
  <p:slideViewPr>
    <p:cSldViewPr snapToGrid="0">
      <p:cViewPr varScale="1">
        <p:scale>
          <a:sx n="42" d="100"/>
          <a:sy n="42" d="100"/>
        </p:scale>
        <p:origin x="1052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108" y="52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a Boletti Duraes Souto" userId="78f52f2a-2d51-4833-a638-c8c75f30638a" providerId="ADAL" clId="{3072E378-0BC3-46EF-92A3-96EEAF7BEDB3}"/>
    <pc:docChg chg="undo custSel modMainMaster">
      <pc:chgData name="Rafaela Boletti Duraes Souto" userId="78f52f2a-2d51-4833-a638-c8c75f30638a" providerId="ADAL" clId="{3072E378-0BC3-46EF-92A3-96EEAF7BEDB3}" dt="2025-03-31T19:38:58.148" v="167" actId="1035"/>
      <pc:docMkLst>
        <pc:docMk/>
      </pc:docMkLst>
      <pc:sldMasterChg chg="modSldLayout">
        <pc:chgData name="Rafaela Boletti Duraes Souto" userId="78f52f2a-2d51-4833-a638-c8c75f30638a" providerId="ADAL" clId="{3072E378-0BC3-46EF-92A3-96EEAF7BEDB3}" dt="2025-03-31T19:38:58.148" v="167" actId="1035"/>
        <pc:sldMasterMkLst>
          <pc:docMk/>
          <pc:sldMasterMk cId="1747979782" sldId="2147483665"/>
        </pc:sldMasterMkLst>
        <pc:sldLayoutChg chg="addSp delSp modSp">
          <pc:chgData name="Rafaela Boletti Duraes Souto" userId="78f52f2a-2d51-4833-a638-c8c75f30638a" providerId="ADAL" clId="{3072E378-0BC3-46EF-92A3-96EEAF7BEDB3}" dt="2025-03-31T19:37:52.174" v="141" actId="1076"/>
          <pc:sldLayoutMkLst>
            <pc:docMk/>
            <pc:sldMasterMk cId="1747979782" sldId="2147483665"/>
            <pc:sldLayoutMk cId="1417832495" sldId="2147483696"/>
          </pc:sldLayoutMkLst>
          <pc:spChg chg="mod">
            <ac:chgData name="Rafaela Boletti Duraes Souto" userId="78f52f2a-2d51-4833-a638-c8c75f30638a" providerId="ADAL" clId="{3072E378-0BC3-46EF-92A3-96EEAF7BEDB3}" dt="2025-03-31T19:37:52.174" v="141" actId="1076"/>
            <ac:spMkLst>
              <pc:docMk/>
              <pc:sldMasterMk cId="1747979782" sldId="2147483665"/>
              <pc:sldLayoutMk cId="1417832495" sldId="2147483696"/>
              <ac:spMk id="9" creationId="{FA034C09-59DD-4564-9C6E-8F60F069EB37}"/>
            </ac:spMkLst>
          </pc:spChg>
          <pc:spChg chg="add ord">
            <ac:chgData name="Rafaela Boletti Duraes Souto" userId="78f52f2a-2d51-4833-a638-c8c75f30638a" providerId="ADAL" clId="{3072E378-0BC3-46EF-92A3-96EEAF7BEDB3}" dt="2025-03-31T19:22:26.178" v="14" actId="167"/>
            <ac:spMkLst>
              <pc:docMk/>
              <pc:sldMasterMk cId="1747979782" sldId="2147483665"/>
              <pc:sldLayoutMk cId="1417832495" sldId="2147483696"/>
              <ac:spMk id="13" creationId="{5E837148-19BD-4164-965C-6A241D06D853}"/>
            </ac:spMkLst>
          </pc:spChg>
          <pc:spChg chg="add mod">
            <ac:chgData name="Rafaela Boletti Duraes Souto" userId="78f52f2a-2d51-4833-a638-c8c75f30638a" providerId="ADAL" clId="{3072E378-0BC3-46EF-92A3-96EEAF7BEDB3}" dt="2025-03-31T19:29:02.544" v="22" actId="207"/>
            <ac:spMkLst>
              <pc:docMk/>
              <pc:sldMasterMk cId="1747979782" sldId="2147483665"/>
              <pc:sldLayoutMk cId="1417832495" sldId="2147483696"/>
              <ac:spMk id="17" creationId="{973AD855-C71D-41C0-8F1D-FEFA9D3A9581}"/>
            </ac:spMkLst>
          </pc:spChg>
          <pc:spChg chg="add del mod">
            <ac:chgData name="Rafaela Boletti Duraes Souto" userId="78f52f2a-2d51-4833-a638-c8c75f30638a" providerId="ADAL" clId="{3072E378-0BC3-46EF-92A3-96EEAF7BEDB3}" dt="2025-03-31T19:29:04.448" v="23" actId="478"/>
            <ac:spMkLst>
              <pc:docMk/>
              <pc:sldMasterMk cId="1747979782" sldId="2147483665"/>
              <pc:sldLayoutMk cId="1417832495" sldId="2147483696"/>
              <ac:spMk id="18" creationId="{F0B19AFE-B6F1-4483-960C-15E5E88B392A}"/>
            </ac:spMkLst>
          </pc:spChg>
          <pc:spChg chg="add">
            <ac:chgData name="Rafaela Boletti Duraes Souto" userId="78f52f2a-2d51-4833-a638-c8c75f30638a" providerId="ADAL" clId="{3072E378-0BC3-46EF-92A3-96EEAF7BEDB3}" dt="2025-03-31T19:37:48.562" v="140"/>
            <ac:spMkLst>
              <pc:docMk/>
              <pc:sldMasterMk cId="1747979782" sldId="2147483665"/>
              <pc:sldLayoutMk cId="1417832495" sldId="2147483696"/>
              <ac:spMk id="19" creationId="{1353A036-17D9-4E9E-9704-A08842166D53}"/>
            </ac:spMkLst>
          </pc:spChg>
          <pc:spChg chg="del">
            <ac:chgData name="Rafaela Boletti Duraes Souto" userId="78f52f2a-2d51-4833-a638-c8c75f30638a" providerId="ADAL" clId="{3072E378-0BC3-46EF-92A3-96EEAF7BEDB3}" dt="2025-03-31T19:28:43.308" v="19" actId="478"/>
            <ac:spMkLst>
              <pc:docMk/>
              <pc:sldMasterMk cId="1747979782" sldId="2147483665"/>
              <pc:sldLayoutMk cId="1417832495" sldId="2147483696"/>
              <ac:spMk id="20" creationId="{116CAF9D-886C-40BC-A8C2-77F02A323D85}"/>
            </ac:spMkLst>
          </pc:spChg>
          <pc:grpChg chg="del">
            <ac:chgData name="Rafaela Boletti Duraes Souto" userId="78f52f2a-2d51-4833-a638-c8c75f30638a" providerId="ADAL" clId="{3072E378-0BC3-46EF-92A3-96EEAF7BEDB3}" dt="2025-03-31T19:37:48.168" v="139" actId="478"/>
            <ac:grpSpMkLst>
              <pc:docMk/>
              <pc:sldMasterMk cId="1747979782" sldId="2147483665"/>
              <pc:sldLayoutMk cId="1417832495" sldId="2147483696"/>
              <ac:grpSpMk id="10" creationId="{86C6CB5B-AE2B-4093-8335-D3DCCA9390B2}"/>
            </ac:grpSpMkLst>
          </pc:grpChg>
          <pc:grpChg chg="del">
            <ac:chgData name="Rafaela Boletti Duraes Souto" userId="78f52f2a-2d51-4833-a638-c8c75f30638a" providerId="ADAL" clId="{3072E378-0BC3-46EF-92A3-96EEAF7BEDB3}" dt="2025-03-31T19:28:28.897" v="16" actId="478"/>
            <ac:grpSpMkLst>
              <pc:docMk/>
              <pc:sldMasterMk cId="1747979782" sldId="2147483665"/>
              <pc:sldLayoutMk cId="1417832495" sldId="2147483696"/>
              <ac:grpSpMk id="14" creationId="{B70FB7A2-C821-4005-9581-A434F16907DD}"/>
            </ac:grpSpMkLst>
          </pc:grpChg>
          <pc:picChg chg="add">
            <ac:chgData name="Rafaela Boletti Duraes Souto" userId="78f52f2a-2d51-4833-a638-c8c75f30638a" providerId="ADAL" clId="{3072E378-0BC3-46EF-92A3-96EEAF7BEDB3}" dt="2025-03-31T19:37:48.562" v="140"/>
            <ac:picMkLst>
              <pc:docMk/>
              <pc:sldMasterMk cId="1747979782" sldId="2147483665"/>
              <pc:sldLayoutMk cId="1417832495" sldId="2147483696"/>
              <ac:picMk id="21" creationId="{BB788BAF-7DDB-4210-A352-F3FA18110B7E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01.289" v="148" actId="1036"/>
          <pc:sldLayoutMkLst>
            <pc:docMk/>
            <pc:sldMasterMk cId="1747979782" sldId="2147483665"/>
            <pc:sldLayoutMk cId="3455226965" sldId="2147483703"/>
          </pc:sldLayoutMkLst>
          <pc:spChg chg="del">
            <ac:chgData name="Rafaela Boletti Duraes Souto" userId="78f52f2a-2d51-4833-a638-c8c75f30638a" providerId="ADAL" clId="{3072E378-0BC3-46EF-92A3-96EEAF7BEDB3}" dt="2025-03-31T19:33:12.212" v="73" actId="478"/>
            <ac:spMkLst>
              <pc:docMk/>
              <pc:sldMasterMk cId="1747979782" sldId="2147483665"/>
              <pc:sldLayoutMk cId="3455226965" sldId="2147483703"/>
              <ac:spMk id="10" creationId="{BB5C9B73-6D52-4F37-94E6-944F3BB56E05}"/>
            </ac:spMkLst>
          </pc:spChg>
          <pc:spChg chg="add ord">
            <ac:chgData name="Rafaela Boletti Duraes Souto" userId="78f52f2a-2d51-4833-a638-c8c75f30638a" providerId="ADAL" clId="{3072E378-0BC3-46EF-92A3-96EEAF7BEDB3}" dt="2025-03-31T19:33:15.271" v="75" actId="167"/>
            <ac:spMkLst>
              <pc:docMk/>
              <pc:sldMasterMk cId="1747979782" sldId="2147483665"/>
              <pc:sldLayoutMk cId="3455226965" sldId="2147483703"/>
              <ac:spMk id="11" creationId="{85AC51AE-23D2-45C2-A6C4-33D754A70E7D}"/>
            </ac:spMkLst>
          </pc:spChg>
          <pc:spChg chg="add ord">
            <ac:chgData name="Rafaela Boletti Duraes Souto" userId="78f52f2a-2d51-4833-a638-c8c75f30638a" providerId="ADAL" clId="{3072E378-0BC3-46EF-92A3-96EEAF7BEDB3}" dt="2025-03-31T19:33:15.271" v="75" actId="167"/>
            <ac:spMkLst>
              <pc:docMk/>
              <pc:sldMasterMk cId="1747979782" sldId="2147483665"/>
              <pc:sldLayoutMk cId="3455226965" sldId="2147483703"/>
              <ac:spMk id="12" creationId="{98C28BEA-010B-40D0-87FA-AA14F0BD4605}"/>
            </ac:spMkLst>
          </pc:spChg>
          <pc:spChg chg="add">
            <ac:chgData name="Rafaela Boletti Duraes Souto" userId="78f52f2a-2d51-4833-a638-c8c75f30638a" providerId="ADAL" clId="{3072E378-0BC3-46EF-92A3-96EEAF7BEDB3}" dt="2025-03-31T19:37:37.568" v="138"/>
            <ac:spMkLst>
              <pc:docMk/>
              <pc:sldMasterMk cId="1747979782" sldId="2147483665"/>
              <pc:sldLayoutMk cId="3455226965" sldId="2147483703"/>
              <ac:spMk id="13" creationId="{3217B83B-D21F-4662-BB75-5413B2BF7977}"/>
            </ac:spMkLst>
          </pc:spChg>
          <pc:spChg chg="mod">
            <ac:chgData name="Rafaela Boletti Duraes Souto" userId="78f52f2a-2d51-4833-a638-c8c75f30638a" providerId="ADAL" clId="{3072E378-0BC3-46EF-92A3-96EEAF7BEDB3}" dt="2025-03-31T19:38:01.289" v="148" actId="1036"/>
            <ac:spMkLst>
              <pc:docMk/>
              <pc:sldMasterMk cId="1747979782" sldId="2147483665"/>
              <pc:sldLayoutMk cId="3455226965" sldId="2147483703"/>
              <ac:spMk id="18" creationId="{97B09D44-09F1-42EB-9D42-609A3774D191}"/>
            </ac:spMkLst>
          </pc:spChg>
          <pc:grpChg chg="del">
            <ac:chgData name="Rafaela Boletti Duraes Souto" userId="78f52f2a-2d51-4833-a638-c8c75f30638a" providerId="ADAL" clId="{3072E378-0BC3-46EF-92A3-96EEAF7BEDB3}" dt="2025-03-31T19:37:37.268" v="137" actId="478"/>
            <ac:grpSpMkLst>
              <pc:docMk/>
              <pc:sldMasterMk cId="1747979782" sldId="2147483665"/>
              <pc:sldLayoutMk cId="3455226965" sldId="2147483703"/>
              <ac:grpSpMk id="20" creationId="{C069DABA-CA51-481C-87E8-9591818EEB9F}"/>
            </ac:grpSpMkLst>
          </pc:grpChg>
          <pc:grpChg chg="del">
            <ac:chgData name="Rafaela Boletti Duraes Souto" userId="78f52f2a-2d51-4833-a638-c8c75f30638a" providerId="ADAL" clId="{3072E378-0BC3-46EF-92A3-96EEAF7BEDB3}" dt="2025-03-31T19:33:12.212" v="73" actId="478"/>
            <ac:grpSpMkLst>
              <pc:docMk/>
              <pc:sldMasterMk cId="1747979782" sldId="2147483665"/>
              <pc:sldLayoutMk cId="3455226965" sldId="2147483703"/>
              <ac:grpSpMk id="23" creationId="{D9D9683D-F94C-48E5-9F09-2F6C1BAB97EA}"/>
            </ac:grpSpMkLst>
          </pc:grpChg>
          <pc:picChg chg="add">
            <ac:chgData name="Rafaela Boletti Duraes Souto" userId="78f52f2a-2d51-4833-a638-c8c75f30638a" providerId="ADAL" clId="{3072E378-0BC3-46EF-92A3-96EEAF7BEDB3}" dt="2025-03-31T19:37:37.568" v="138"/>
            <ac:picMkLst>
              <pc:docMk/>
              <pc:sldMasterMk cId="1747979782" sldId="2147483665"/>
              <pc:sldLayoutMk cId="3455226965" sldId="2147483703"/>
              <ac:picMk id="14" creationId="{4354F9AB-FA02-40BC-94B0-478F68FD159A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26.636" v="154"/>
          <pc:sldLayoutMkLst>
            <pc:docMk/>
            <pc:sldMasterMk cId="1747979782" sldId="2147483665"/>
            <pc:sldLayoutMk cId="1258947625" sldId="2147483705"/>
          </pc:sldLayoutMkLst>
          <pc:spChg chg="mod">
            <ac:chgData name="Rafaela Boletti Duraes Souto" userId="78f52f2a-2d51-4833-a638-c8c75f30638a" providerId="ADAL" clId="{3072E378-0BC3-46EF-92A3-96EEAF7BEDB3}" dt="2025-03-31T19:33:32.066" v="79" actId="207"/>
            <ac:spMkLst>
              <pc:docMk/>
              <pc:sldMasterMk cId="1747979782" sldId="2147483665"/>
              <pc:sldLayoutMk cId="1258947625" sldId="2147483705"/>
              <ac:spMk id="9" creationId="{FA034C09-59DD-4564-9C6E-8F60F069EB37}"/>
            </ac:spMkLst>
          </pc:spChg>
          <pc:spChg chg="del">
            <ac:chgData name="Rafaela Boletti Duraes Souto" userId="78f52f2a-2d51-4833-a638-c8c75f30638a" providerId="ADAL" clId="{3072E378-0BC3-46EF-92A3-96EEAF7BEDB3}" dt="2025-03-31T19:30:11.655" v="37" actId="478"/>
            <ac:spMkLst>
              <pc:docMk/>
              <pc:sldMasterMk cId="1747979782" sldId="2147483665"/>
              <pc:sldLayoutMk cId="1258947625" sldId="2147483705"/>
              <ac:spMk id="13" creationId="{CE157B05-BE37-42FC-9921-5734532276FD}"/>
            </ac:spMkLst>
          </pc:spChg>
          <pc:spChg chg="add ord">
            <ac:chgData name="Rafaela Boletti Duraes Souto" userId="78f52f2a-2d51-4833-a638-c8c75f30638a" providerId="ADAL" clId="{3072E378-0BC3-46EF-92A3-96EEAF7BEDB3}" dt="2025-03-31T19:30:13.691" v="39" actId="167"/>
            <ac:spMkLst>
              <pc:docMk/>
              <pc:sldMasterMk cId="1747979782" sldId="2147483665"/>
              <pc:sldLayoutMk cId="1258947625" sldId="2147483705"/>
              <ac:spMk id="17" creationId="{660A6460-B176-49E9-83E6-4236135CEBE4}"/>
            </ac:spMkLst>
          </pc:spChg>
          <pc:spChg chg="add ord">
            <ac:chgData name="Rafaela Boletti Duraes Souto" userId="78f52f2a-2d51-4833-a638-c8c75f30638a" providerId="ADAL" clId="{3072E378-0BC3-46EF-92A3-96EEAF7BEDB3}" dt="2025-03-31T19:30:13.691" v="39" actId="167"/>
            <ac:spMkLst>
              <pc:docMk/>
              <pc:sldMasterMk cId="1747979782" sldId="2147483665"/>
              <pc:sldLayoutMk cId="1258947625" sldId="2147483705"/>
              <ac:spMk id="18" creationId="{CCDF1FBA-ED05-4FB0-AB4F-E01F2CBA5534}"/>
            </ac:spMkLst>
          </pc:spChg>
          <pc:spChg chg="add">
            <ac:chgData name="Rafaela Boletti Duraes Souto" userId="78f52f2a-2d51-4833-a638-c8c75f30638a" providerId="ADAL" clId="{3072E378-0BC3-46EF-92A3-96EEAF7BEDB3}" dt="2025-03-31T19:38:26.636" v="154"/>
            <ac:spMkLst>
              <pc:docMk/>
              <pc:sldMasterMk cId="1747979782" sldId="2147483665"/>
              <pc:sldLayoutMk cId="1258947625" sldId="2147483705"/>
              <ac:spMk id="19" creationId="{5594E56C-E820-46B8-ACC1-F2BF69928467}"/>
            </ac:spMkLst>
          </pc:spChg>
          <pc:grpChg chg="del">
            <ac:chgData name="Rafaela Boletti Duraes Souto" userId="78f52f2a-2d51-4833-a638-c8c75f30638a" providerId="ADAL" clId="{3072E378-0BC3-46EF-92A3-96EEAF7BEDB3}" dt="2025-03-31T19:38:23.029" v="153" actId="478"/>
            <ac:grpSpMkLst>
              <pc:docMk/>
              <pc:sldMasterMk cId="1747979782" sldId="2147483665"/>
              <pc:sldLayoutMk cId="1258947625" sldId="2147483705"/>
              <ac:grpSpMk id="10" creationId="{86C6CB5B-AE2B-4093-8335-D3DCCA9390B2}"/>
            </ac:grpSpMkLst>
          </pc:grpChg>
          <pc:grpChg chg="del">
            <ac:chgData name="Rafaela Boletti Duraes Souto" userId="78f52f2a-2d51-4833-a638-c8c75f30638a" providerId="ADAL" clId="{3072E378-0BC3-46EF-92A3-96EEAF7BEDB3}" dt="2025-03-31T19:30:11.655" v="37" actId="478"/>
            <ac:grpSpMkLst>
              <pc:docMk/>
              <pc:sldMasterMk cId="1747979782" sldId="2147483665"/>
              <pc:sldLayoutMk cId="1258947625" sldId="2147483705"/>
              <ac:grpSpMk id="14" creationId="{334B37F2-BC37-40E8-A4B0-6336FA1DF1AD}"/>
            </ac:grpSpMkLst>
          </pc:grpChg>
          <pc:picChg chg="add">
            <ac:chgData name="Rafaela Boletti Duraes Souto" userId="78f52f2a-2d51-4833-a638-c8c75f30638a" providerId="ADAL" clId="{3072E378-0BC3-46EF-92A3-96EEAF7BEDB3}" dt="2025-03-31T19:38:26.636" v="154"/>
            <ac:picMkLst>
              <pc:docMk/>
              <pc:sldMasterMk cId="1747979782" sldId="2147483665"/>
              <pc:sldLayoutMk cId="1258947625" sldId="2147483705"/>
              <ac:picMk id="20" creationId="{D806F0BB-2733-4143-A878-068CBB914D83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06.233" v="150" actId="1035"/>
          <pc:sldLayoutMkLst>
            <pc:docMk/>
            <pc:sldMasterMk cId="1747979782" sldId="2147483665"/>
            <pc:sldLayoutMk cId="55212957" sldId="2147483707"/>
          </pc:sldLayoutMkLst>
          <pc:spChg chg="add ord">
            <ac:chgData name="Rafaela Boletti Duraes Souto" userId="78f52f2a-2d51-4833-a638-c8c75f30638a" providerId="ADAL" clId="{3072E378-0BC3-46EF-92A3-96EEAF7BEDB3}" dt="2025-03-31T19:29:33.715" v="26" actId="167"/>
            <ac:spMkLst>
              <pc:docMk/>
              <pc:sldMasterMk cId="1747979782" sldId="2147483665"/>
              <pc:sldLayoutMk cId="55212957" sldId="2147483707"/>
              <ac:spMk id="11" creationId="{31365953-D351-44C7-9765-C07CF36B6C52}"/>
            </ac:spMkLst>
          </pc:spChg>
          <pc:spChg chg="add ord">
            <ac:chgData name="Rafaela Boletti Duraes Souto" userId="78f52f2a-2d51-4833-a638-c8c75f30638a" providerId="ADAL" clId="{3072E378-0BC3-46EF-92A3-96EEAF7BEDB3}" dt="2025-03-31T19:29:33.715" v="26" actId="167"/>
            <ac:spMkLst>
              <pc:docMk/>
              <pc:sldMasterMk cId="1747979782" sldId="2147483665"/>
              <pc:sldLayoutMk cId="55212957" sldId="2147483707"/>
              <ac:spMk id="12" creationId="{3BD0C867-911A-48B1-AFB1-AB125D368928}"/>
            </ac:spMkLst>
          </pc:spChg>
          <pc:spChg chg="mod">
            <ac:chgData name="Rafaela Boletti Duraes Souto" userId="78f52f2a-2d51-4833-a638-c8c75f30638a" providerId="ADAL" clId="{3072E378-0BC3-46EF-92A3-96EEAF7BEDB3}" dt="2025-03-31T19:38:06.233" v="150" actId="1035"/>
            <ac:spMkLst>
              <pc:docMk/>
              <pc:sldMasterMk cId="1747979782" sldId="2147483665"/>
              <pc:sldLayoutMk cId="55212957" sldId="2147483707"/>
              <ac:spMk id="19" creationId="{ADA911F7-F870-4379-9B09-DFDDF9DDD2F1}"/>
            </ac:spMkLst>
          </pc:spChg>
          <pc:spChg chg="mod topLvl">
            <ac:chgData name="Rafaela Boletti Duraes Souto" userId="78f52f2a-2d51-4833-a638-c8c75f30638a" providerId="ADAL" clId="{3072E378-0BC3-46EF-92A3-96EEAF7BEDB3}" dt="2025-03-31T19:36:31.216" v="114" actId="1036"/>
            <ac:spMkLst>
              <pc:docMk/>
              <pc:sldMasterMk cId="1747979782" sldId="2147483665"/>
              <pc:sldLayoutMk cId="55212957" sldId="2147483707"/>
              <ac:spMk id="21" creationId="{F7C4A3BC-A435-421D-8A82-37891A0FDD53}"/>
            </ac:spMkLst>
          </pc:spChg>
          <pc:spChg chg="del">
            <ac:chgData name="Rafaela Boletti Duraes Souto" userId="78f52f2a-2d51-4833-a638-c8c75f30638a" providerId="ADAL" clId="{3072E378-0BC3-46EF-92A3-96EEAF7BEDB3}" dt="2025-03-31T19:29:30.011" v="24" actId="478"/>
            <ac:spMkLst>
              <pc:docMk/>
              <pc:sldMasterMk cId="1747979782" sldId="2147483665"/>
              <pc:sldLayoutMk cId="55212957" sldId="2147483707"/>
              <ac:spMk id="24" creationId="{7B775188-12AA-429D-9869-77BE4B33066C}"/>
            </ac:spMkLst>
          </pc:spChg>
          <pc:spChg chg="mod">
            <ac:chgData name="Rafaela Boletti Duraes Souto" userId="78f52f2a-2d51-4833-a638-c8c75f30638a" providerId="ADAL" clId="{3072E378-0BC3-46EF-92A3-96EEAF7BEDB3}" dt="2025-03-31T19:38:06.233" v="150" actId="1035"/>
            <ac:spMkLst>
              <pc:docMk/>
              <pc:sldMasterMk cId="1747979782" sldId="2147483665"/>
              <pc:sldLayoutMk cId="55212957" sldId="2147483707"/>
              <ac:spMk id="26" creationId="{D8183263-5E3B-494C-88C6-7C3034B4D6A1}"/>
            </ac:spMkLst>
          </pc:spChg>
          <pc:grpChg chg="del">
            <ac:chgData name="Rafaela Boletti Duraes Souto" userId="78f52f2a-2d51-4833-a638-c8c75f30638a" providerId="ADAL" clId="{3072E378-0BC3-46EF-92A3-96EEAF7BEDB3}" dt="2025-03-31T19:35:14.543" v="84" actId="165"/>
            <ac:grpSpMkLst>
              <pc:docMk/>
              <pc:sldMasterMk cId="1747979782" sldId="2147483665"/>
              <pc:sldLayoutMk cId="55212957" sldId="2147483707"/>
              <ac:grpSpMk id="20" creationId="{C069DABA-CA51-481C-87E8-9591818EEB9F}"/>
            </ac:grpSpMkLst>
          </pc:grpChg>
          <pc:grpChg chg="del">
            <ac:chgData name="Rafaela Boletti Duraes Souto" userId="78f52f2a-2d51-4833-a638-c8c75f30638a" providerId="ADAL" clId="{3072E378-0BC3-46EF-92A3-96EEAF7BEDB3}" dt="2025-03-31T19:29:30.011" v="24" actId="478"/>
            <ac:grpSpMkLst>
              <pc:docMk/>
              <pc:sldMasterMk cId="1747979782" sldId="2147483665"/>
              <pc:sldLayoutMk cId="55212957" sldId="2147483707"/>
              <ac:grpSpMk id="29" creationId="{8DFAB7D6-E7E6-46F4-BBEC-65BE09B78587}"/>
            </ac:grpSpMkLst>
          </pc:grpChg>
          <pc:picChg chg="mod topLvl">
            <ac:chgData name="Rafaela Boletti Duraes Souto" userId="78f52f2a-2d51-4833-a638-c8c75f30638a" providerId="ADAL" clId="{3072E378-0BC3-46EF-92A3-96EEAF7BEDB3}" dt="2025-03-31T19:37:22.911" v="126" actId="1035"/>
            <ac:picMkLst>
              <pc:docMk/>
              <pc:sldMasterMk cId="1747979782" sldId="2147483665"/>
              <pc:sldLayoutMk cId="55212957" sldId="2147483707"/>
              <ac:picMk id="22" creationId="{1263C67A-E251-4E63-AFFC-72D246AACF3E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09.304" v="152"/>
          <pc:sldLayoutMkLst>
            <pc:docMk/>
            <pc:sldMasterMk cId="1747979782" sldId="2147483665"/>
            <pc:sldLayoutMk cId="146151045" sldId="2147483709"/>
          </pc:sldLayoutMkLst>
          <pc:spChg chg="del">
            <ac:chgData name="Rafaela Boletti Duraes Souto" userId="78f52f2a-2d51-4833-a638-c8c75f30638a" providerId="ADAL" clId="{3072E378-0BC3-46EF-92A3-96EEAF7BEDB3}" dt="2025-03-31T19:29:58.817" v="33" actId="478"/>
            <ac:spMkLst>
              <pc:docMk/>
              <pc:sldMasterMk cId="1747979782" sldId="2147483665"/>
              <pc:sldLayoutMk cId="146151045" sldId="2147483709"/>
              <ac:spMk id="10" creationId="{A8169CCE-70A8-4A55-9703-5ADCA9EF0ABA}"/>
            </ac:spMkLst>
          </pc:spChg>
          <pc:spChg chg="add ord">
            <ac:chgData name="Rafaela Boletti Duraes Souto" userId="78f52f2a-2d51-4833-a638-c8c75f30638a" providerId="ADAL" clId="{3072E378-0BC3-46EF-92A3-96EEAF7BEDB3}" dt="2025-03-31T19:30:01.507" v="35" actId="167"/>
            <ac:spMkLst>
              <pc:docMk/>
              <pc:sldMasterMk cId="1747979782" sldId="2147483665"/>
              <pc:sldLayoutMk cId="146151045" sldId="2147483709"/>
              <ac:spMk id="12" creationId="{CB8B345F-DD73-4E9E-AD18-F0BDD895895F}"/>
            </ac:spMkLst>
          </pc:spChg>
          <pc:spChg chg="add ord">
            <ac:chgData name="Rafaela Boletti Duraes Souto" userId="78f52f2a-2d51-4833-a638-c8c75f30638a" providerId="ADAL" clId="{3072E378-0BC3-46EF-92A3-96EEAF7BEDB3}" dt="2025-03-31T19:30:01.507" v="35" actId="167"/>
            <ac:spMkLst>
              <pc:docMk/>
              <pc:sldMasterMk cId="1747979782" sldId="2147483665"/>
              <pc:sldLayoutMk cId="146151045" sldId="2147483709"/>
              <ac:spMk id="13" creationId="{AAA7EAE7-3CCE-4E3C-A01D-090F2B99EE33}"/>
            </ac:spMkLst>
          </pc:spChg>
          <pc:spChg chg="add">
            <ac:chgData name="Rafaela Boletti Duraes Souto" userId="78f52f2a-2d51-4833-a638-c8c75f30638a" providerId="ADAL" clId="{3072E378-0BC3-46EF-92A3-96EEAF7BEDB3}" dt="2025-03-31T19:38:09.304" v="152"/>
            <ac:spMkLst>
              <pc:docMk/>
              <pc:sldMasterMk cId="1747979782" sldId="2147483665"/>
              <pc:sldLayoutMk cId="146151045" sldId="2147483709"/>
              <ac:spMk id="14" creationId="{A33EAE45-2991-47EF-ACAB-FE2855CD4F3A}"/>
            </ac:spMkLst>
          </pc:spChg>
          <pc:spChg chg="mod">
            <ac:chgData name="Rafaela Boletti Duraes Souto" userId="78f52f2a-2d51-4833-a638-c8c75f30638a" providerId="ADAL" clId="{3072E378-0BC3-46EF-92A3-96EEAF7BEDB3}" dt="2025-03-31T19:33:27.724" v="78" actId="207"/>
            <ac:spMkLst>
              <pc:docMk/>
              <pc:sldMasterMk cId="1747979782" sldId="2147483665"/>
              <pc:sldLayoutMk cId="146151045" sldId="2147483709"/>
              <ac:spMk id="19" creationId="{ADA911F7-F870-4379-9B09-DFDDF9DDD2F1}"/>
            </ac:spMkLst>
          </pc:spChg>
          <pc:grpChg chg="del">
            <ac:chgData name="Rafaela Boletti Duraes Souto" userId="78f52f2a-2d51-4833-a638-c8c75f30638a" providerId="ADAL" clId="{3072E378-0BC3-46EF-92A3-96EEAF7BEDB3}" dt="2025-03-31T19:29:58.817" v="33" actId="478"/>
            <ac:grpSpMkLst>
              <pc:docMk/>
              <pc:sldMasterMk cId="1747979782" sldId="2147483665"/>
              <pc:sldLayoutMk cId="146151045" sldId="2147483709"/>
              <ac:grpSpMk id="11" creationId="{BAFB1205-4E7F-4CC4-A3D8-AC7ADAF5F7B7}"/>
            </ac:grpSpMkLst>
          </pc:grpChg>
          <pc:grpChg chg="del">
            <ac:chgData name="Rafaela Boletti Duraes Souto" userId="78f52f2a-2d51-4833-a638-c8c75f30638a" providerId="ADAL" clId="{3072E378-0BC3-46EF-92A3-96EEAF7BEDB3}" dt="2025-03-31T19:38:08.487" v="151" actId="478"/>
            <ac:grpSpMkLst>
              <pc:docMk/>
              <pc:sldMasterMk cId="1747979782" sldId="2147483665"/>
              <pc:sldLayoutMk cId="146151045" sldId="2147483709"/>
              <ac:grpSpMk id="20" creationId="{C069DABA-CA51-481C-87E8-9591818EEB9F}"/>
            </ac:grpSpMkLst>
          </pc:grpChg>
          <pc:picChg chg="add">
            <ac:chgData name="Rafaela Boletti Duraes Souto" userId="78f52f2a-2d51-4833-a638-c8c75f30638a" providerId="ADAL" clId="{3072E378-0BC3-46EF-92A3-96EEAF7BEDB3}" dt="2025-03-31T19:38:09.304" v="152"/>
            <ac:picMkLst>
              <pc:docMk/>
              <pc:sldMasterMk cId="1747979782" sldId="2147483665"/>
              <pc:sldLayoutMk cId="146151045" sldId="2147483709"/>
              <ac:picMk id="15" creationId="{1C62AF46-3078-4248-B00F-CBF1C6498C23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37.790" v="158" actId="1036"/>
          <pc:sldLayoutMkLst>
            <pc:docMk/>
            <pc:sldMasterMk cId="1747979782" sldId="2147483665"/>
            <pc:sldLayoutMk cId="1297693704" sldId="2147483712"/>
          </pc:sldLayoutMkLst>
          <pc:spChg chg="mod">
            <ac:chgData name="Rafaela Boletti Duraes Souto" userId="78f52f2a-2d51-4833-a638-c8c75f30638a" providerId="ADAL" clId="{3072E378-0BC3-46EF-92A3-96EEAF7BEDB3}" dt="2025-03-31T19:38:37.790" v="158" actId="1036"/>
            <ac:spMkLst>
              <pc:docMk/>
              <pc:sldMasterMk cId="1747979782" sldId="2147483665"/>
              <pc:sldLayoutMk cId="1297693704" sldId="2147483712"/>
              <ac:spMk id="9" creationId="{FA034C09-59DD-4564-9C6E-8F60F069EB37}"/>
            </ac:spMkLst>
          </pc:spChg>
          <pc:spChg chg="del">
            <ac:chgData name="Rafaela Boletti Duraes Souto" userId="78f52f2a-2d51-4833-a638-c8c75f30638a" providerId="ADAL" clId="{3072E378-0BC3-46EF-92A3-96EEAF7BEDB3}" dt="2025-03-31T19:31:35.961" v="67" actId="478"/>
            <ac:spMkLst>
              <pc:docMk/>
              <pc:sldMasterMk cId="1747979782" sldId="2147483665"/>
              <pc:sldLayoutMk cId="1297693704" sldId="2147483712"/>
              <ac:spMk id="13" creationId="{E20FAD81-35E1-48C8-9B46-11AF26DF2396}"/>
            </ac:spMkLst>
          </pc:spChg>
          <pc:spChg chg="add ord">
            <ac:chgData name="Rafaela Boletti Duraes Souto" userId="78f52f2a-2d51-4833-a638-c8c75f30638a" providerId="ADAL" clId="{3072E378-0BC3-46EF-92A3-96EEAF7BEDB3}" dt="2025-03-31T19:31:38.103" v="69" actId="167"/>
            <ac:spMkLst>
              <pc:docMk/>
              <pc:sldMasterMk cId="1747979782" sldId="2147483665"/>
              <pc:sldLayoutMk cId="1297693704" sldId="2147483712"/>
              <ac:spMk id="17" creationId="{586B8C82-BA24-43ED-B881-D6B28CBE9AD5}"/>
            </ac:spMkLst>
          </pc:spChg>
          <pc:spChg chg="add ord">
            <ac:chgData name="Rafaela Boletti Duraes Souto" userId="78f52f2a-2d51-4833-a638-c8c75f30638a" providerId="ADAL" clId="{3072E378-0BC3-46EF-92A3-96EEAF7BEDB3}" dt="2025-03-31T19:31:38.103" v="69" actId="167"/>
            <ac:spMkLst>
              <pc:docMk/>
              <pc:sldMasterMk cId="1747979782" sldId="2147483665"/>
              <pc:sldLayoutMk cId="1297693704" sldId="2147483712"/>
              <ac:spMk id="18" creationId="{6FDE99D1-FAD1-4848-84A2-DBF5A7412528}"/>
            </ac:spMkLst>
          </pc:spChg>
          <pc:spChg chg="add">
            <ac:chgData name="Rafaela Boletti Duraes Souto" userId="78f52f2a-2d51-4833-a638-c8c75f30638a" providerId="ADAL" clId="{3072E378-0BC3-46EF-92A3-96EEAF7BEDB3}" dt="2025-03-31T19:38:33.151" v="156"/>
            <ac:spMkLst>
              <pc:docMk/>
              <pc:sldMasterMk cId="1747979782" sldId="2147483665"/>
              <pc:sldLayoutMk cId="1297693704" sldId="2147483712"/>
              <ac:spMk id="19" creationId="{86405306-4DCF-48DF-8A09-F75E67FE213E}"/>
            </ac:spMkLst>
          </pc:spChg>
          <pc:grpChg chg="del">
            <ac:chgData name="Rafaela Boletti Duraes Souto" userId="78f52f2a-2d51-4833-a638-c8c75f30638a" providerId="ADAL" clId="{3072E378-0BC3-46EF-92A3-96EEAF7BEDB3}" dt="2025-03-31T19:38:32.234" v="155" actId="478"/>
            <ac:grpSpMkLst>
              <pc:docMk/>
              <pc:sldMasterMk cId="1747979782" sldId="2147483665"/>
              <pc:sldLayoutMk cId="1297693704" sldId="2147483712"/>
              <ac:grpSpMk id="10" creationId="{86C6CB5B-AE2B-4093-8335-D3DCCA9390B2}"/>
            </ac:grpSpMkLst>
          </pc:grpChg>
          <pc:grpChg chg="del">
            <ac:chgData name="Rafaela Boletti Duraes Souto" userId="78f52f2a-2d51-4833-a638-c8c75f30638a" providerId="ADAL" clId="{3072E378-0BC3-46EF-92A3-96EEAF7BEDB3}" dt="2025-03-31T19:31:35.961" v="67" actId="478"/>
            <ac:grpSpMkLst>
              <pc:docMk/>
              <pc:sldMasterMk cId="1747979782" sldId="2147483665"/>
              <pc:sldLayoutMk cId="1297693704" sldId="2147483712"/>
              <ac:grpSpMk id="14" creationId="{181AE9B7-E269-4192-B859-3126C08691AB}"/>
            </ac:grpSpMkLst>
          </pc:grpChg>
          <pc:picChg chg="add">
            <ac:chgData name="Rafaela Boletti Duraes Souto" userId="78f52f2a-2d51-4833-a638-c8c75f30638a" providerId="ADAL" clId="{3072E378-0BC3-46EF-92A3-96EEAF7BEDB3}" dt="2025-03-31T19:38:33.151" v="156"/>
            <ac:picMkLst>
              <pc:docMk/>
              <pc:sldMasterMk cId="1747979782" sldId="2147483665"/>
              <pc:sldLayoutMk cId="1297693704" sldId="2147483712"/>
              <ac:picMk id="20" creationId="{0421E441-036C-41E4-A3E6-3214E17B2DAF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45.389" v="162" actId="1036"/>
          <pc:sldLayoutMkLst>
            <pc:docMk/>
            <pc:sldMasterMk cId="1747979782" sldId="2147483665"/>
            <pc:sldLayoutMk cId="624351883" sldId="2147483717"/>
          </pc:sldLayoutMkLst>
          <pc:spChg chg="del">
            <ac:chgData name="Rafaela Boletti Duraes Souto" userId="78f52f2a-2d51-4833-a638-c8c75f30638a" providerId="ADAL" clId="{3072E378-0BC3-46EF-92A3-96EEAF7BEDB3}" dt="2025-03-31T19:30:22.246" v="41" actId="478"/>
            <ac:spMkLst>
              <pc:docMk/>
              <pc:sldMasterMk cId="1747979782" sldId="2147483665"/>
              <pc:sldLayoutMk cId="624351883" sldId="2147483717"/>
              <ac:spMk id="10" creationId="{0C380D5A-024A-40AB-82C9-3891C85E4301}"/>
            </ac:spMkLst>
          </pc:spChg>
          <pc:spChg chg="add ord">
            <ac:chgData name="Rafaela Boletti Duraes Souto" userId="78f52f2a-2d51-4833-a638-c8c75f30638a" providerId="ADAL" clId="{3072E378-0BC3-46EF-92A3-96EEAF7BEDB3}" dt="2025-03-31T19:30:24.297" v="43" actId="167"/>
            <ac:spMkLst>
              <pc:docMk/>
              <pc:sldMasterMk cId="1747979782" sldId="2147483665"/>
              <pc:sldLayoutMk cId="624351883" sldId="2147483717"/>
              <ac:spMk id="12" creationId="{359C996F-A9FF-46AF-912B-E9F9F88973D2}"/>
            </ac:spMkLst>
          </pc:spChg>
          <pc:spChg chg="add ord">
            <ac:chgData name="Rafaela Boletti Duraes Souto" userId="78f52f2a-2d51-4833-a638-c8c75f30638a" providerId="ADAL" clId="{3072E378-0BC3-46EF-92A3-96EEAF7BEDB3}" dt="2025-03-31T19:30:24.297" v="43" actId="167"/>
            <ac:spMkLst>
              <pc:docMk/>
              <pc:sldMasterMk cId="1747979782" sldId="2147483665"/>
              <pc:sldLayoutMk cId="624351883" sldId="2147483717"/>
              <ac:spMk id="13" creationId="{2B61BDD0-D1CD-43CD-B797-17F13A04B17E}"/>
            </ac:spMkLst>
          </pc:spChg>
          <pc:spChg chg="add">
            <ac:chgData name="Rafaela Boletti Duraes Souto" userId="78f52f2a-2d51-4833-a638-c8c75f30638a" providerId="ADAL" clId="{3072E378-0BC3-46EF-92A3-96EEAF7BEDB3}" dt="2025-03-31T19:38:41.983" v="160"/>
            <ac:spMkLst>
              <pc:docMk/>
              <pc:sldMasterMk cId="1747979782" sldId="2147483665"/>
              <pc:sldLayoutMk cId="624351883" sldId="2147483717"/>
              <ac:spMk id="14" creationId="{2EE99BE3-8DF3-4BFB-8A05-51FEC2EF2134}"/>
            </ac:spMkLst>
          </pc:spChg>
          <pc:spChg chg="mod">
            <ac:chgData name="Rafaela Boletti Duraes Souto" userId="78f52f2a-2d51-4833-a638-c8c75f30638a" providerId="ADAL" clId="{3072E378-0BC3-46EF-92A3-96EEAF7BEDB3}" dt="2025-03-31T19:38:45.389" v="162" actId="1036"/>
            <ac:spMkLst>
              <pc:docMk/>
              <pc:sldMasterMk cId="1747979782" sldId="2147483665"/>
              <pc:sldLayoutMk cId="624351883" sldId="2147483717"/>
              <ac:spMk id="19" creationId="{ADA911F7-F870-4379-9B09-DFDDF9DDD2F1}"/>
            </ac:spMkLst>
          </pc:spChg>
          <pc:grpChg chg="del">
            <ac:chgData name="Rafaela Boletti Duraes Souto" userId="78f52f2a-2d51-4833-a638-c8c75f30638a" providerId="ADAL" clId="{3072E378-0BC3-46EF-92A3-96EEAF7BEDB3}" dt="2025-03-31T19:30:22.246" v="41" actId="478"/>
            <ac:grpSpMkLst>
              <pc:docMk/>
              <pc:sldMasterMk cId="1747979782" sldId="2147483665"/>
              <pc:sldLayoutMk cId="624351883" sldId="2147483717"/>
              <ac:grpSpMk id="11" creationId="{9237D9B4-B9B7-4365-BF7E-0B8D69DBC5A8}"/>
            </ac:grpSpMkLst>
          </pc:grpChg>
          <pc:grpChg chg="del">
            <ac:chgData name="Rafaela Boletti Duraes Souto" userId="78f52f2a-2d51-4833-a638-c8c75f30638a" providerId="ADAL" clId="{3072E378-0BC3-46EF-92A3-96EEAF7BEDB3}" dt="2025-03-31T19:38:41.134" v="159" actId="478"/>
            <ac:grpSpMkLst>
              <pc:docMk/>
              <pc:sldMasterMk cId="1747979782" sldId="2147483665"/>
              <pc:sldLayoutMk cId="624351883" sldId="2147483717"/>
              <ac:grpSpMk id="20" creationId="{C069DABA-CA51-481C-87E8-9591818EEB9F}"/>
            </ac:grpSpMkLst>
          </pc:grpChg>
          <pc:picChg chg="add">
            <ac:chgData name="Rafaela Boletti Duraes Souto" userId="78f52f2a-2d51-4833-a638-c8c75f30638a" providerId="ADAL" clId="{3072E378-0BC3-46EF-92A3-96EEAF7BEDB3}" dt="2025-03-31T19:38:41.983" v="160"/>
            <ac:picMkLst>
              <pc:docMk/>
              <pc:sldMasterMk cId="1747979782" sldId="2147483665"/>
              <pc:sldLayoutMk cId="624351883" sldId="2147483717"/>
              <ac:picMk id="15" creationId="{E712451E-8E40-432D-87B5-6250EDB8896F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51.618" v="164"/>
          <pc:sldLayoutMkLst>
            <pc:docMk/>
            <pc:sldMasterMk cId="1747979782" sldId="2147483665"/>
            <pc:sldLayoutMk cId="3489669611" sldId="2147483720"/>
          </pc:sldLayoutMkLst>
          <pc:spChg chg="del">
            <ac:chgData name="Rafaela Boletti Duraes Souto" userId="78f52f2a-2d51-4833-a638-c8c75f30638a" providerId="ADAL" clId="{3072E378-0BC3-46EF-92A3-96EEAF7BEDB3}" dt="2025-03-31T19:30:34.531" v="49" actId="478"/>
            <ac:spMkLst>
              <pc:docMk/>
              <pc:sldMasterMk cId="1747979782" sldId="2147483665"/>
              <pc:sldLayoutMk cId="3489669611" sldId="2147483720"/>
              <ac:spMk id="10" creationId="{70CF85F6-5897-4F2C-ACE3-C1D77CCDE1EB}"/>
            </ac:spMkLst>
          </pc:spChg>
          <pc:spChg chg="add mod ord">
            <ac:chgData name="Rafaela Boletti Duraes Souto" userId="78f52f2a-2d51-4833-a638-c8c75f30638a" providerId="ADAL" clId="{3072E378-0BC3-46EF-92A3-96EEAF7BEDB3}" dt="2025-03-31T19:30:40.479" v="53" actId="1076"/>
            <ac:spMkLst>
              <pc:docMk/>
              <pc:sldMasterMk cId="1747979782" sldId="2147483665"/>
              <pc:sldLayoutMk cId="3489669611" sldId="2147483720"/>
              <ac:spMk id="12" creationId="{C317ABBE-DB15-4149-813B-3ADD5448080E}"/>
            </ac:spMkLst>
          </pc:spChg>
          <pc:spChg chg="add ord">
            <ac:chgData name="Rafaela Boletti Duraes Souto" userId="78f52f2a-2d51-4833-a638-c8c75f30638a" providerId="ADAL" clId="{3072E378-0BC3-46EF-92A3-96EEAF7BEDB3}" dt="2025-03-31T19:30:37.151" v="51" actId="167"/>
            <ac:spMkLst>
              <pc:docMk/>
              <pc:sldMasterMk cId="1747979782" sldId="2147483665"/>
              <pc:sldLayoutMk cId="3489669611" sldId="2147483720"/>
              <ac:spMk id="13" creationId="{C45198F2-44DE-4961-A534-C46D8B0C74E3}"/>
            </ac:spMkLst>
          </pc:spChg>
          <pc:spChg chg="add">
            <ac:chgData name="Rafaela Boletti Duraes Souto" userId="78f52f2a-2d51-4833-a638-c8c75f30638a" providerId="ADAL" clId="{3072E378-0BC3-46EF-92A3-96EEAF7BEDB3}" dt="2025-03-31T19:38:51.618" v="164"/>
            <ac:spMkLst>
              <pc:docMk/>
              <pc:sldMasterMk cId="1747979782" sldId="2147483665"/>
              <pc:sldLayoutMk cId="3489669611" sldId="2147483720"/>
              <ac:spMk id="14" creationId="{0ABE0133-416C-47CF-B81B-B2CC98AD4EEB}"/>
            </ac:spMkLst>
          </pc:spChg>
          <pc:spChg chg="mod">
            <ac:chgData name="Rafaela Boletti Duraes Souto" userId="78f52f2a-2d51-4833-a638-c8c75f30638a" providerId="ADAL" clId="{3072E378-0BC3-46EF-92A3-96EEAF7BEDB3}" dt="2025-03-31T19:33:46.211" v="82" actId="207"/>
            <ac:spMkLst>
              <pc:docMk/>
              <pc:sldMasterMk cId="1747979782" sldId="2147483665"/>
              <pc:sldLayoutMk cId="3489669611" sldId="2147483720"/>
              <ac:spMk id="19" creationId="{ADA911F7-F870-4379-9B09-DFDDF9DDD2F1}"/>
            </ac:spMkLst>
          </pc:spChg>
          <pc:grpChg chg="del">
            <ac:chgData name="Rafaela Boletti Duraes Souto" userId="78f52f2a-2d51-4833-a638-c8c75f30638a" providerId="ADAL" clId="{3072E378-0BC3-46EF-92A3-96EEAF7BEDB3}" dt="2025-03-31T19:30:34.531" v="49" actId="478"/>
            <ac:grpSpMkLst>
              <pc:docMk/>
              <pc:sldMasterMk cId="1747979782" sldId="2147483665"/>
              <pc:sldLayoutMk cId="3489669611" sldId="2147483720"/>
              <ac:grpSpMk id="11" creationId="{47791B01-4BA3-4668-99A7-74F000004E87}"/>
            </ac:grpSpMkLst>
          </pc:grpChg>
          <pc:grpChg chg="del">
            <ac:chgData name="Rafaela Boletti Duraes Souto" userId="78f52f2a-2d51-4833-a638-c8c75f30638a" providerId="ADAL" clId="{3072E378-0BC3-46EF-92A3-96EEAF7BEDB3}" dt="2025-03-31T19:38:50.785" v="163" actId="478"/>
            <ac:grpSpMkLst>
              <pc:docMk/>
              <pc:sldMasterMk cId="1747979782" sldId="2147483665"/>
              <pc:sldLayoutMk cId="3489669611" sldId="2147483720"/>
              <ac:grpSpMk id="20" creationId="{C069DABA-CA51-481C-87E8-9591818EEB9F}"/>
            </ac:grpSpMkLst>
          </pc:grpChg>
          <pc:picChg chg="add">
            <ac:chgData name="Rafaela Boletti Duraes Souto" userId="78f52f2a-2d51-4833-a638-c8c75f30638a" providerId="ADAL" clId="{3072E378-0BC3-46EF-92A3-96EEAF7BEDB3}" dt="2025-03-31T19:38:51.618" v="164"/>
            <ac:picMkLst>
              <pc:docMk/>
              <pc:sldMasterMk cId="1747979782" sldId="2147483665"/>
              <pc:sldLayoutMk cId="3489669611" sldId="2147483720"/>
              <ac:picMk id="15" creationId="{A4E1A8AE-6DB4-44EB-B1FD-99C8B7173577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58.148" v="167" actId="1035"/>
          <pc:sldLayoutMkLst>
            <pc:docMk/>
            <pc:sldMasterMk cId="1747979782" sldId="2147483665"/>
            <pc:sldLayoutMk cId="3225192626" sldId="2147483723"/>
          </pc:sldLayoutMkLst>
          <pc:spChg chg="del">
            <ac:chgData name="Rafaela Boletti Duraes Souto" userId="78f52f2a-2d51-4833-a638-c8c75f30638a" providerId="ADAL" clId="{3072E378-0BC3-46EF-92A3-96EEAF7BEDB3}" dt="2025-03-31T19:30:53.506" v="63" actId="478"/>
            <ac:spMkLst>
              <pc:docMk/>
              <pc:sldMasterMk cId="1747979782" sldId="2147483665"/>
              <pc:sldLayoutMk cId="3225192626" sldId="2147483723"/>
              <ac:spMk id="10" creationId="{9792DA56-F790-49D8-985D-505DF7118619}"/>
            </ac:spMkLst>
          </pc:spChg>
          <pc:spChg chg="add ord">
            <ac:chgData name="Rafaela Boletti Duraes Souto" userId="78f52f2a-2d51-4833-a638-c8c75f30638a" providerId="ADAL" clId="{3072E378-0BC3-46EF-92A3-96EEAF7BEDB3}" dt="2025-03-31T19:30:56.055" v="65" actId="167"/>
            <ac:spMkLst>
              <pc:docMk/>
              <pc:sldMasterMk cId="1747979782" sldId="2147483665"/>
              <pc:sldLayoutMk cId="3225192626" sldId="2147483723"/>
              <ac:spMk id="12" creationId="{A516510E-9335-4067-A60E-F2456A555679}"/>
            </ac:spMkLst>
          </pc:spChg>
          <pc:spChg chg="add ord">
            <ac:chgData name="Rafaela Boletti Duraes Souto" userId="78f52f2a-2d51-4833-a638-c8c75f30638a" providerId="ADAL" clId="{3072E378-0BC3-46EF-92A3-96EEAF7BEDB3}" dt="2025-03-31T19:30:56.055" v="65" actId="167"/>
            <ac:spMkLst>
              <pc:docMk/>
              <pc:sldMasterMk cId="1747979782" sldId="2147483665"/>
              <pc:sldLayoutMk cId="3225192626" sldId="2147483723"/>
              <ac:spMk id="13" creationId="{DED44ED0-82C6-40AD-B891-FF21542191E5}"/>
            </ac:spMkLst>
          </pc:spChg>
          <pc:spChg chg="add">
            <ac:chgData name="Rafaela Boletti Duraes Souto" userId="78f52f2a-2d51-4833-a638-c8c75f30638a" providerId="ADAL" clId="{3072E378-0BC3-46EF-92A3-96EEAF7BEDB3}" dt="2025-03-31T19:38:56.180" v="166"/>
            <ac:spMkLst>
              <pc:docMk/>
              <pc:sldMasterMk cId="1747979782" sldId="2147483665"/>
              <pc:sldLayoutMk cId="3225192626" sldId="2147483723"/>
              <ac:spMk id="14" creationId="{08475F97-CB6A-407B-B049-799721993F6C}"/>
            </ac:spMkLst>
          </pc:spChg>
          <pc:spChg chg="mod">
            <ac:chgData name="Rafaela Boletti Duraes Souto" userId="78f52f2a-2d51-4833-a638-c8c75f30638a" providerId="ADAL" clId="{3072E378-0BC3-46EF-92A3-96EEAF7BEDB3}" dt="2025-03-31T19:38:58.148" v="167" actId="1035"/>
            <ac:spMkLst>
              <pc:docMk/>
              <pc:sldMasterMk cId="1747979782" sldId="2147483665"/>
              <pc:sldLayoutMk cId="3225192626" sldId="2147483723"/>
              <ac:spMk id="19" creationId="{ADA911F7-F870-4379-9B09-DFDDF9DDD2F1}"/>
            </ac:spMkLst>
          </pc:spChg>
          <pc:grpChg chg="del">
            <ac:chgData name="Rafaela Boletti Duraes Souto" userId="78f52f2a-2d51-4833-a638-c8c75f30638a" providerId="ADAL" clId="{3072E378-0BC3-46EF-92A3-96EEAF7BEDB3}" dt="2025-03-31T19:30:53.506" v="63" actId="478"/>
            <ac:grpSpMkLst>
              <pc:docMk/>
              <pc:sldMasterMk cId="1747979782" sldId="2147483665"/>
              <pc:sldLayoutMk cId="3225192626" sldId="2147483723"/>
              <ac:grpSpMk id="11" creationId="{979F5B29-E1E5-462C-B976-4F0266C2E6DC}"/>
            </ac:grpSpMkLst>
          </pc:grpChg>
          <pc:grpChg chg="del">
            <ac:chgData name="Rafaela Boletti Duraes Souto" userId="78f52f2a-2d51-4833-a638-c8c75f30638a" providerId="ADAL" clId="{3072E378-0BC3-46EF-92A3-96EEAF7BEDB3}" dt="2025-03-31T19:38:55.378" v="165" actId="478"/>
            <ac:grpSpMkLst>
              <pc:docMk/>
              <pc:sldMasterMk cId="1747979782" sldId="2147483665"/>
              <pc:sldLayoutMk cId="3225192626" sldId="2147483723"/>
              <ac:grpSpMk id="20" creationId="{C069DABA-CA51-481C-87E8-9591818EEB9F}"/>
            </ac:grpSpMkLst>
          </pc:grpChg>
          <pc:picChg chg="add">
            <ac:chgData name="Rafaela Boletti Duraes Souto" userId="78f52f2a-2d51-4833-a638-c8c75f30638a" providerId="ADAL" clId="{3072E378-0BC3-46EF-92A3-96EEAF7BEDB3}" dt="2025-03-31T19:38:56.180" v="166"/>
            <ac:picMkLst>
              <pc:docMk/>
              <pc:sldMasterMk cId="1747979782" sldId="2147483665"/>
              <pc:sldLayoutMk cId="3225192626" sldId="2147483723"/>
              <ac:picMk id="15" creationId="{F1C10FAA-1757-40FC-92FB-09999E973892}"/>
            </ac:picMkLst>
          </pc:picChg>
        </pc:sldLayoutChg>
      </pc:sldMasterChg>
    </pc:docChg>
  </pc:docChgLst>
  <pc:docChgLst>
    <pc:chgData name="Rafaela Boletti Duraes Souto" userId="78f52f2a-2d51-4833-a638-c8c75f30638a" providerId="ADAL" clId="{7B60E563-4518-4CCE-974E-BC91E59A0147}"/>
    <pc:docChg chg="custSel modSld modMainMaster">
      <pc:chgData name="Rafaela Boletti Duraes Souto" userId="78f52f2a-2d51-4833-a638-c8c75f30638a" providerId="ADAL" clId="{7B60E563-4518-4CCE-974E-BC91E59A0147}" dt="2025-04-29T21:36:12.739" v="53"/>
      <pc:docMkLst>
        <pc:docMk/>
      </pc:docMkLst>
      <pc:sldChg chg="addSp delSp modSp modTransition">
        <pc:chgData name="Rafaela Boletti Duraes Souto" userId="78f52f2a-2d51-4833-a638-c8c75f30638a" providerId="ADAL" clId="{7B60E563-4518-4CCE-974E-BC91E59A0147}" dt="2025-04-29T21:04:24.898" v="11"/>
        <pc:sldMkLst>
          <pc:docMk/>
          <pc:sldMk cId="4066044570" sldId="302"/>
        </pc:sldMkLst>
        <pc:spChg chg="add del mod">
          <ac:chgData name="Rafaela Boletti Duraes Souto" userId="78f52f2a-2d51-4833-a638-c8c75f30638a" providerId="ADAL" clId="{7B60E563-4518-4CCE-974E-BC91E59A0147}" dt="2025-04-29T21:04:24.898" v="11"/>
          <ac:spMkLst>
            <pc:docMk/>
            <pc:sldMk cId="4066044570" sldId="302"/>
            <ac:spMk id="2" creationId="{9F231F41-DE0E-41DF-BB7D-7FA8E186AB3E}"/>
          </ac:spMkLst>
        </pc:spChg>
        <pc:spChg chg="del">
          <ac:chgData name="Rafaela Boletti Duraes Souto" userId="78f52f2a-2d51-4833-a638-c8c75f30638a" providerId="ADAL" clId="{7B60E563-4518-4CCE-974E-BC91E59A0147}" dt="2025-04-29T21:03:30.899" v="2" actId="478"/>
          <ac:spMkLst>
            <pc:docMk/>
            <pc:sldMk cId="4066044570" sldId="302"/>
            <ac:spMk id="15" creationId="{092505F5-26C8-47F6-A403-BDC0170A7BD8}"/>
          </ac:spMkLst>
        </pc:spChg>
        <pc:spChg chg="del">
          <ac:chgData name="Rafaela Boletti Duraes Souto" userId="78f52f2a-2d51-4833-a638-c8c75f30638a" providerId="ADAL" clId="{7B60E563-4518-4CCE-974E-BC91E59A0147}" dt="2025-04-29T21:03:30.899" v="2" actId="478"/>
          <ac:spMkLst>
            <pc:docMk/>
            <pc:sldMk cId="4066044570" sldId="302"/>
            <ac:spMk id="16" creationId="{A02D35F1-A64B-46CB-A5EC-ACDCB8E3C672}"/>
          </ac:spMkLst>
        </pc:spChg>
      </pc:sldChg>
      <pc:sldChg chg="addSp delSp modSp">
        <pc:chgData name="Rafaela Boletti Duraes Souto" userId="78f52f2a-2d51-4833-a638-c8c75f30638a" providerId="ADAL" clId="{7B60E563-4518-4CCE-974E-BC91E59A0147}" dt="2025-04-29T21:07:33.511" v="17"/>
        <pc:sldMkLst>
          <pc:docMk/>
          <pc:sldMk cId="2984868962" sldId="312"/>
        </pc:sldMkLst>
        <pc:spChg chg="add mod">
          <ac:chgData name="Rafaela Boletti Duraes Souto" userId="78f52f2a-2d51-4833-a638-c8c75f30638a" providerId="ADAL" clId="{7B60E563-4518-4CCE-974E-BC91E59A0147}" dt="2025-04-29T21:07:33.511" v="17"/>
          <ac:spMkLst>
            <pc:docMk/>
            <pc:sldMk cId="2984868962" sldId="312"/>
            <ac:spMk id="2" creationId="{C8A98C7A-BAE4-4DD1-9E86-6025D146E1E0}"/>
          </ac:spMkLst>
        </pc:spChg>
        <pc:spChg chg="del">
          <ac:chgData name="Rafaela Boletti Duraes Souto" userId="78f52f2a-2d51-4833-a638-c8c75f30638a" providerId="ADAL" clId="{7B60E563-4518-4CCE-974E-BC91E59A0147}" dt="2025-04-29T21:07:33.511" v="17"/>
          <ac:spMkLst>
            <pc:docMk/>
            <pc:sldMk cId="2984868962" sldId="312"/>
            <ac:spMk id="3" creationId="{83BC5E27-869E-4E52-8C23-1A88190FF1FD}"/>
          </ac:spMkLst>
        </pc:spChg>
      </pc:sldChg>
      <pc:sldChg chg="addSp delSp modSp">
        <pc:chgData name="Rafaela Boletti Duraes Souto" userId="78f52f2a-2d51-4833-a638-c8c75f30638a" providerId="ADAL" clId="{7B60E563-4518-4CCE-974E-BC91E59A0147}" dt="2025-04-29T21:07:35.493" v="18"/>
        <pc:sldMkLst>
          <pc:docMk/>
          <pc:sldMk cId="3721016461" sldId="313"/>
        </pc:sldMkLst>
        <pc:spChg chg="add mod">
          <ac:chgData name="Rafaela Boletti Duraes Souto" userId="78f52f2a-2d51-4833-a638-c8c75f30638a" providerId="ADAL" clId="{7B60E563-4518-4CCE-974E-BC91E59A0147}" dt="2025-04-29T21:07:35.493" v="18"/>
          <ac:spMkLst>
            <pc:docMk/>
            <pc:sldMk cId="3721016461" sldId="313"/>
            <ac:spMk id="2" creationId="{EBB9E76C-9781-4241-9EA6-1A9699B5FA12}"/>
          </ac:spMkLst>
        </pc:spChg>
        <pc:spChg chg="del">
          <ac:chgData name="Rafaela Boletti Duraes Souto" userId="78f52f2a-2d51-4833-a638-c8c75f30638a" providerId="ADAL" clId="{7B60E563-4518-4CCE-974E-BC91E59A0147}" dt="2025-04-29T21:07:35.493" v="18"/>
          <ac:spMkLst>
            <pc:docMk/>
            <pc:sldMk cId="3721016461" sldId="313"/>
            <ac:spMk id="3" creationId="{DB1C159C-7410-4EF7-972C-F88286D33B08}"/>
          </ac:spMkLst>
        </pc:spChg>
      </pc:sldChg>
      <pc:sldChg chg="addSp delSp modSp">
        <pc:chgData name="Rafaela Boletti Duraes Souto" userId="78f52f2a-2d51-4833-a638-c8c75f30638a" providerId="ADAL" clId="{7B60E563-4518-4CCE-974E-BC91E59A0147}" dt="2025-04-29T21:05:24.806" v="14"/>
        <pc:sldMkLst>
          <pc:docMk/>
          <pc:sldMk cId="1551092304" sldId="315"/>
        </pc:sldMkLst>
        <pc:spChg chg="del">
          <ac:chgData name="Rafaela Boletti Duraes Souto" userId="78f52f2a-2d51-4833-a638-c8c75f30638a" providerId="ADAL" clId="{7B60E563-4518-4CCE-974E-BC91E59A0147}" dt="2025-04-29T21:05:24.806" v="14"/>
          <ac:spMkLst>
            <pc:docMk/>
            <pc:sldMk cId="1551092304" sldId="315"/>
            <ac:spMk id="2" creationId="{2B201FDC-EEFE-4123-AA7D-7D03AD1F36D4}"/>
          </ac:spMkLst>
        </pc:spChg>
        <pc:spChg chg="add mod">
          <ac:chgData name="Rafaela Boletti Duraes Souto" userId="78f52f2a-2d51-4833-a638-c8c75f30638a" providerId="ADAL" clId="{7B60E563-4518-4CCE-974E-BC91E59A0147}" dt="2025-04-29T21:05:24.806" v="14"/>
          <ac:spMkLst>
            <pc:docMk/>
            <pc:sldMk cId="1551092304" sldId="315"/>
            <ac:spMk id="3" creationId="{95F7FFF7-0231-4EE2-80F2-F6CCED02B31A}"/>
          </ac:spMkLst>
        </pc:spChg>
      </pc:sldChg>
      <pc:sldChg chg="addSp delSp modSp">
        <pc:chgData name="Rafaela Boletti Duraes Souto" userId="78f52f2a-2d51-4833-a638-c8c75f30638a" providerId="ADAL" clId="{7B60E563-4518-4CCE-974E-BC91E59A0147}" dt="2025-04-29T21:36:12.739" v="53"/>
        <pc:sldMkLst>
          <pc:docMk/>
          <pc:sldMk cId="327908660" sldId="318"/>
        </pc:sldMkLst>
        <pc:spChg chg="del">
          <ac:chgData name="Rafaela Boletti Duraes Souto" userId="78f52f2a-2d51-4833-a638-c8c75f30638a" providerId="ADAL" clId="{7B60E563-4518-4CCE-974E-BC91E59A0147}" dt="2025-04-29T21:08:17.440" v="21"/>
          <ac:spMkLst>
            <pc:docMk/>
            <pc:sldMk cId="327908660" sldId="318"/>
            <ac:spMk id="2" creationId="{7E6B4A78-8D24-0B17-EFF1-5C8AF956FEE1}"/>
          </ac:spMkLst>
        </pc:spChg>
        <pc:spChg chg="add mod">
          <ac:chgData name="Rafaela Boletti Duraes Souto" userId="78f52f2a-2d51-4833-a638-c8c75f30638a" providerId="ADAL" clId="{7B60E563-4518-4CCE-974E-BC91E59A0147}" dt="2025-04-29T21:36:12.739" v="53"/>
          <ac:spMkLst>
            <pc:docMk/>
            <pc:sldMk cId="327908660" sldId="318"/>
            <ac:spMk id="2" creationId="{A46847EC-883E-4593-9D15-4DF2EAA68AE8}"/>
          </ac:spMkLst>
        </pc:spChg>
        <pc:spChg chg="add del mod">
          <ac:chgData name="Rafaela Boletti Duraes Souto" userId="78f52f2a-2d51-4833-a638-c8c75f30638a" providerId="ADAL" clId="{7B60E563-4518-4CCE-974E-BC91E59A0147}" dt="2025-04-29T21:36:12.739" v="53"/>
          <ac:spMkLst>
            <pc:docMk/>
            <pc:sldMk cId="327908660" sldId="318"/>
            <ac:spMk id="3" creationId="{24990043-50DA-4C7E-AC8F-3E08D31AC26E}"/>
          </ac:spMkLst>
        </pc:spChg>
      </pc:sldChg>
      <pc:sldMasterChg chg="modSldLayout">
        <pc:chgData name="Rafaela Boletti Duraes Souto" userId="78f52f2a-2d51-4833-a638-c8c75f30638a" providerId="ADAL" clId="{7B60E563-4518-4CCE-974E-BC91E59A0147}" dt="2025-04-29T21:36:03.166" v="52" actId="20577"/>
        <pc:sldMasterMkLst>
          <pc:docMk/>
          <pc:sldMasterMk cId="1747979782" sldId="2147483665"/>
        </pc:sldMasterMkLst>
        <pc:sldLayoutChg chg="addSp delSp">
          <pc:chgData name="Rafaela Boletti Duraes Souto" userId="78f52f2a-2d51-4833-a638-c8c75f30638a" providerId="ADAL" clId="{7B60E563-4518-4CCE-974E-BC91E59A0147}" dt="2025-04-29T21:04:23.749" v="10"/>
          <pc:sldLayoutMkLst>
            <pc:docMk/>
            <pc:sldMasterMk cId="1747979782" sldId="2147483665"/>
            <pc:sldLayoutMk cId="1710461186" sldId="2147483706"/>
          </pc:sldLayoutMkLst>
          <pc:spChg chg="del">
            <ac:chgData name="Rafaela Boletti Duraes Souto" userId="78f52f2a-2d51-4833-a638-c8c75f30638a" providerId="ADAL" clId="{7B60E563-4518-4CCE-974E-BC91E59A0147}" dt="2025-04-29T21:03:43.199" v="3" actId="478"/>
            <ac:spMkLst>
              <pc:docMk/>
              <pc:sldMasterMk cId="1747979782" sldId="2147483665"/>
              <pc:sldLayoutMk cId="1710461186" sldId="2147483706"/>
              <ac:spMk id="10" creationId="{A3E46545-5E91-4C76-87DB-86D3C5ED1CF2}"/>
            </ac:spMkLst>
          </pc:spChg>
          <pc:spChg chg="add del">
            <ac:chgData name="Rafaela Boletti Duraes Souto" userId="78f52f2a-2d51-4833-a638-c8c75f30638a" providerId="ADAL" clId="{7B60E563-4518-4CCE-974E-BC91E59A0147}" dt="2025-04-29T21:03:46.456" v="5" actId="478"/>
            <ac:spMkLst>
              <pc:docMk/>
              <pc:sldMasterMk cId="1747979782" sldId="2147483665"/>
              <pc:sldLayoutMk cId="1710461186" sldId="2147483706"/>
              <ac:spMk id="11" creationId="{6A358EFD-9CBE-414A-A192-43AA89E4BD9D}"/>
            </ac:spMkLst>
          </pc:spChg>
          <pc:spChg chg="add del">
            <ac:chgData name="Rafaela Boletti Duraes Souto" userId="78f52f2a-2d51-4833-a638-c8c75f30638a" providerId="ADAL" clId="{7B60E563-4518-4CCE-974E-BC91E59A0147}" dt="2025-04-29T21:04:23.749" v="10"/>
            <ac:spMkLst>
              <pc:docMk/>
              <pc:sldMasterMk cId="1747979782" sldId="2147483665"/>
              <pc:sldLayoutMk cId="1710461186" sldId="2147483706"/>
              <ac:spMk id="12" creationId="{4BE436D4-4143-4968-90B7-24DD96BF03C4}"/>
            </ac:spMkLst>
          </pc:spChg>
          <pc:spChg chg="del">
            <ac:chgData name="Rafaela Boletti Duraes Souto" userId="78f52f2a-2d51-4833-a638-c8c75f30638a" providerId="ADAL" clId="{7B60E563-4518-4CCE-974E-BC91E59A0147}" dt="2025-04-29T21:03:43.199" v="3" actId="478"/>
            <ac:spMkLst>
              <pc:docMk/>
              <pc:sldMasterMk cId="1747979782" sldId="2147483665"/>
              <pc:sldLayoutMk cId="1710461186" sldId="2147483706"/>
              <ac:spMk id="17" creationId="{40C1AF06-63D9-405D-94ED-2270CB6C71F7}"/>
            </ac:spMkLst>
          </pc:spChg>
          <pc:spChg chg="del">
            <ac:chgData name="Rafaela Boletti Duraes Souto" userId="78f52f2a-2d51-4833-a638-c8c75f30638a" providerId="ADAL" clId="{7B60E563-4518-4CCE-974E-BC91E59A0147}" dt="2025-04-29T21:03:43.199" v="3" actId="478"/>
            <ac:spMkLst>
              <pc:docMk/>
              <pc:sldMasterMk cId="1747979782" sldId="2147483665"/>
              <pc:sldLayoutMk cId="1710461186" sldId="2147483706"/>
              <ac:spMk id="18" creationId="{62EECB98-DDAC-4C03-AAD6-C16BDA5AFA51}"/>
            </ac:spMkLst>
          </pc:spChg>
          <pc:spChg chg="del">
            <ac:chgData name="Rafaela Boletti Duraes Souto" userId="78f52f2a-2d51-4833-a638-c8c75f30638a" providerId="ADAL" clId="{7B60E563-4518-4CCE-974E-BC91E59A0147}" dt="2025-04-29T21:03:43.199" v="3" actId="478"/>
            <ac:spMkLst>
              <pc:docMk/>
              <pc:sldMasterMk cId="1747979782" sldId="2147483665"/>
              <pc:sldLayoutMk cId="1710461186" sldId="2147483706"/>
              <ac:spMk id="19" creationId="{E0A2CFC7-7F55-4D80-A9C7-9E5CB7B01E35}"/>
            </ac:spMkLst>
          </pc:spChg>
        </pc:sldLayoutChg>
        <pc:sldLayoutChg chg="modSp">
          <pc:chgData name="Rafaela Boletti Duraes Souto" userId="78f52f2a-2d51-4833-a638-c8c75f30638a" providerId="ADAL" clId="{7B60E563-4518-4CCE-974E-BC91E59A0147}" dt="2025-04-29T21:32:31.018" v="36" actId="20577"/>
          <pc:sldLayoutMkLst>
            <pc:docMk/>
            <pc:sldMasterMk cId="1747979782" sldId="2147483665"/>
            <pc:sldLayoutMk cId="146151045" sldId="2147483709"/>
          </pc:sldLayoutMkLst>
          <pc:spChg chg="mod">
            <ac:chgData name="Rafaela Boletti Duraes Souto" userId="78f52f2a-2d51-4833-a638-c8c75f30638a" providerId="ADAL" clId="{7B60E563-4518-4CCE-974E-BC91E59A0147}" dt="2025-04-29T21:32:31.018" v="36" actId="20577"/>
            <ac:spMkLst>
              <pc:docMk/>
              <pc:sldMasterMk cId="1747979782" sldId="2147483665"/>
              <pc:sldLayoutMk cId="146151045" sldId="2147483709"/>
              <ac:spMk id="19" creationId="{ADA911F7-F870-4379-9B09-DFDDF9DDD2F1}"/>
            </ac:spMkLst>
          </pc:spChg>
        </pc:sldLayoutChg>
        <pc:sldLayoutChg chg="addSp delSp">
          <pc:chgData name="Rafaela Boletti Duraes Souto" userId="78f52f2a-2d51-4833-a638-c8c75f30638a" providerId="ADAL" clId="{7B60E563-4518-4CCE-974E-BC91E59A0147}" dt="2025-04-29T21:05:04.664" v="13"/>
          <pc:sldLayoutMkLst>
            <pc:docMk/>
            <pc:sldMasterMk cId="1747979782" sldId="2147483665"/>
            <pc:sldLayoutMk cId="4078551699" sldId="2147483713"/>
          </pc:sldLayoutMkLst>
          <pc:spChg chg="del">
            <ac:chgData name="Rafaela Boletti Duraes Souto" userId="78f52f2a-2d51-4833-a638-c8c75f30638a" providerId="ADAL" clId="{7B60E563-4518-4CCE-974E-BC91E59A0147}" dt="2025-04-29T21:05:03.250" v="12" actId="478"/>
            <ac:spMkLst>
              <pc:docMk/>
              <pc:sldMasterMk cId="1747979782" sldId="2147483665"/>
              <pc:sldLayoutMk cId="4078551699" sldId="2147483713"/>
              <ac:spMk id="11" creationId="{C3E1107A-F65D-4446-B549-C15BC6141F64}"/>
            </ac:spMkLst>
          </pc:spChg>
          <pc:spChg chg="del">
            <ac:chgData name="Rafaela Boletti Duraes Souto" userId="78f52f2a-2d51-4833-a638-c8c75f30638a" providerId="ADAL" clId="{7B60E563-4518-4CCE-974E-BC91E59A0147}" dt="2025-04-29T21:05:03.250" v="12" actId="478"/>
            <ac:spMkLst>
              <pc:docMk/>
              <pc:sldMasterMk cId="1747979782" sldId="2147483665"/>
              <pc:sldLayoutMk cId="4078551699" sldId="2147483713"/>
              <ac:spMk id="12" creationId="{049CF1A5-5C9D-4007-B940-D8710EFCB117}"/>
            </ac:spMkLst>
          </pc:spChg>
          <pc:spChg chg="add">
            <ac:chgData name="Rafaela Boletti Duraes Souto" userId="78f52f2a-2d51-4833-a638-c8c75f30638a" providerId="ADAL" clId="{7B60E563-4518-4CCE-974E-BC91E59A0147}" dt="2025-04-29T21:05:04.664" v="13"/>
            <ac:spMkLst>
              <pc:docMk/>
              <pc:sldMasterMk cId="1747979782" sldId="2147483665"/>
              <pc:sldLayoutMk cId="4078551699" sldId="2147483713"/>
              <ac:spMk id="13" creationId="{3882337C-E7B6-4407-8566-CA16D112E823}"/>
            </ac:spMkLst>
          </pc:spChg>
        </pc:sldLayoutChg>
        <pc:sldLayoutChg chg="modSp">
          <pc:chgData name="Rafaela Boletti Duraes Souto" userId="78f52f2a-2d51-4833-a638-c8c75f30638a" providerId="ADAL" clId="{7B60E563-4518-4CCE-974E-BC91E59A0147}" dt="2025-04-29T21:07:14.867" v="16" actId="6549"/>
          <pc:sldLayoutMkLst>
            <pc:docMk/>
            <pc:sldMasterMk cId="1747979782" sldId="2147483665"/>
            <pc:sldLayoutMk cId="624351883" sldId="2147483717"/>
          </pc:sldLayoutMkLst>
          <pc:spChg chg="mod">
            <ac:chgData name="Rafaela Boletti Duraes Souto" userId="78f52f2a-2d51-4833-a638-c8c75f30638a" providerId="ADAL" clId="{7B60E563-4518-4CCE-974E-BC91E59A0147}" dt="2025-04-29T21:07:14.867" v="16" actId="6549"/>
            <ac:spMkLst>
              <pc:docMk/>
              <pc:sldMasterMk cId="1747979782" sldId="2147483665"/>
              <pc:sldLayoutMk cId="624351883" sldId="2147483717"/>
              <ac:spMk id="19" creationId="{ADA911F7-F870-4379-9B09-DFDDF9DDD2F1}"/>
            </ac:spMkLst>
          </pc:spChg>
        </pc:sldLayoutChg>
        <pc:sldLayoutChg chg="addSp delSp modSp">
          <pc:chgData name="Rafaela Boletti Duraes Souto" userId="78f52f2a-2d51-4833-a638-c8c75f30638a" providerId="ADAL" clId="{7B60E563-4518-4CCE-974E-BC91E59A0147}" dt="2025-04-29T21:36:03.166" v="52" actId="20577"/>
          <pc:sldLayoutMkLst>
            <pc:docMk/>
            <pc:sldMasterMk cId="1747979782" sldId="2147483665"/>
            <pc:sldLayoutMk cId="2049671676" sldId="2147483722"/>
          </pc:sldLayoutMkLst>
          <pc:spChg chg="del">
            <ac:chgData name="Rafaela Boletti Duraes Souto" userId="78f52f2a-2d51-4833-a638-c8c75f30638a" providerId="ADAL" clId="{7B60E563-4518-4CCE-974E-BC91E59A0147}" dt="2025-04-29T21:08:07.675" v="19" actId="478"/>
            <ac:spMkLst>
              <pc:docMk/>
              <pc:sldMasterMk cId="1747979782" sldId="2147483665"/>
              <pc:sldLayoutMk cId="2049671676" sldId="2147483722"/>
              <ac:spMk id="3" creationId="{5DB21FAF-8D04-492A-8B51-65E48BD9D09F}"/>
            </ac:spMkLst>
          </pc:spChg>
          <pc:spChg chg="add">
            <ac:chgData name="Rafaela Boletti Duraes Souto" userId="78f52f2a-2d51-4833-a638-c8c75f30638a" providerId="ADAL" clId="{7B60E563-4518-4CCE-974E-BC91E59A0147}" dt="2025-04-29T21:35:54.947" v="38"/>
            <ac:spMkLst>
              <pc:docMk/>
              <pc:sldMasterMk cId="1747979782" sldId="2147483665"/>
              <pc:sldLayoutMk cId="2049671676" sldId="2147483722"/>
              <ac:spMk id="7" creationId="{501599B7-B559-460E-8E98-42C40007A311}"/>
            </ac:spMkLst>
          </pc:spChg>
          <pc:spChg chg="add del">
            <ac:chgData name="Rafaela Boletti Duraes Souto" userId="78f52f2a-2d51-4833-a638-c8c75f30638a" providerId="ADAL" clId="{7B60E563-4518-4CCE-974E-BC91E59A0147}" dt="2025-04-29T21:35:54.460" v="37" actId="478"/>
            <ac:spMkLst>
              <pc:docMk/>
              <pc:sldMasterMk cId="1747979782" sldId="2147483665"/>
              <pc:sldLayoutMk cId="2049671676" sldId="2147483722"/>
              <ac:spMk id="8" creationId="{04364BF6-4DD9-45C1-9529-E3D06719ED49}"/>
            </ac:spMkLst>
          </pc:spChg>
          <pc:spChg chg="add mod">
            <ac:chgData name="Rafaela Boletti Duraes Souto" userId="78f52f2a-2d51-4833-a638-c8c75f30638a" providerId="ADAL" clId="{7B60E563-4518-4CCE-974E-BC91E59A0147}" dt="2025-04-29T21:36:03.166" v="52" actId="20577"/>
            <ac:spMkLst>
              <pc:docMk/>
              <pc:sldMasterMk cId="1747979782" sldId="2147483665"/>
              <pc:sldLayoutMk cId="2049671676" sldId="2147483722"/>
              <ac:spMk id="9" creationId="{840FC257-47AF-4C6D-A7A2-B2395DDAD82F}"/>
            </ac:spMkLst>
          </pc:spChg>
          <pc:spChg chg="del">
            <ac:chgData name="Rafaela Boletti Duraes Souto" userId="78f52f2a-2d51-4833-a638-c8c75f30638a" providerId="ADAL" clId="{7B60E563-4518-4CCE-974E-BC91E59A0147}" dt="2025-04-29T21:08:07.675" v="19" actId="478"/>
            <ac:spMkLst>
              <pc:docMk/>
              <pc:sldMasterMk cId="1747979782" sldId="2147483665"/>
              <pc:sldLayoutMk cId="2049671676" sldId="2147483722"/>
              <ac:spMk id="13" creationId="{17037748-DFFD-4BFA-B7A4-BB654E3EA668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D7D07A88-457F-4574-B6BE-9519291766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5D7A07A-259D-4CEA-81CE-FEDACA8F63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2343C-BD3C-4650-924C-40706B7DFBCE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7703FD9-7361-466E-91A1-4ADEB15814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58AADEA-D638-498E-9E05-EF298B306F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00BD3-4CF8-40A1-8E72-061B8653E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67225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bg>
      <p:bgPr>
        <a:blipFill dpi="0" rotWithShape="1">
          <a:blip r:embed="rId2" cstate="email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0A0C1047-DDEB-44F3-BA14-D5D5F27D52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5261" y="811755"/>
            <a:ext cx="3315187" cy="273128"/>
          </a:xfrm>
          <a:prstGeom prst="rect">
            <a:avLst/>
          </a:prstGeom>
        </p:spPr>
      </p:pic>
      <p:pic>
        <p:nvPicPr>
          <p:cNvPr id="9" name="Imagem 8" descr="Uma imagem contendo Logotipo&#10;&#10;Descrição gerada automaticamente">
            <a:extLst>
              <a:ext uri="{FF2B5EF4-FFF2-40B4-BE49-F238E27FC236}">
                <a16:creationId xmlns:a16="http://schemas.microsoft.com/office/drawing/2014/main" id="{082683C9-74AE-4684-A14E-41C2DCACD63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688" y="8159219"/>
            <a:ext cx="517261" cy="63022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E0A6C22-436C-4B77-A4F7-793D7337E944}"/>
              </a:ext>
            </a:extLst>
          </p:cNvPr>
          <p:cNvSpPr txBox="1"/>
          <p:nvPr userDrawn="1"/>
        </p:nvSpPr>
        <p:spPr>
          <a:xfrm>
            <a:off x="827201" y="3259753"/>
            <a:ext cx="14747649" cy="178510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pt-BR" sz="2400" b="0" kern="0" spc="50" baseline="0" dirty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rPr>
              <a:t>TEMPLATE PARA ENTREGA DO PROJETO DA DISCIPLINA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000" b="1" kern="0" spc="5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Disciplina Integradora de Desenvolvimento de Projetos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0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Fase 1: Elicitação de requisitos |User Stories | EAP (Estrutura Analítica de Projeto) | </a:t>
            </a:r>
            <a:r>
              <a:rPr lang="pt-BR" sz="2400" b="0" kern="0" spc="20" baseline="0" dirty="0" err="1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Roadmap</a:t>
            </a:r>
            <a:r>
              <a:rPr lang="pt-BR" sz="2400" b="0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 | Tecnologias</a:t>
            </a:r>
            <a:r>
              <a:rPr lang="pt-BR" sz="2400" b="1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pt-BR" sz="2400" b="0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|</a:t>
            </a:r>
            <a:r>
              <a:rPr lang="pt-BR" sz="2400" b="1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pt-BR" sz="2400" b="0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Repositórios</a:t>
            </a:r>
            <a:r>
              <a:rPr lang="pt-BR" sz="2400" b="1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pt-BR" sz="2400" b="0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|</a:t>
            </a:r>
            <a:r>
              <a:rPr lang="pt-BR" sz="2400" b="1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pt-BR" sz="2400" b="0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 Protótipo | Banco de Dados | Conclusão</a:t>
            </a:r>
          </a:p>
        </p:txBody>
      </p:sp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783820C5-5F22-4F09-B5A1-247AFB5E986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29025" y="5696348"/>
            <a:ext cx="14544000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600" b="1" kern="2600" spc="60" baseline="0">
                <a:solidFill>
                  <a:srgbClr val="C8AF8C"/>
                </a:solidFill>
                <a:latin typeface="+mn-lt"/>
              </a:defRPr>
            </a:lvl1pPr>
            <a:lvl2pPr marL="457200" indent="0">
              <a:buNone/>
              <a:defRPr sz="2200">
                <a:solidFill>
                  <a:srgbClr val="A5804F"/>
                </a:solidFill>
                <a:latin typeface="+mj-lt"/>
              </a:defRPr>
            </a:lvl2pPr>
            <a:lvl3pPr marL="914400" indent="0">
              <a:buNone/>
              <a:defRPr sz="2200">
                <a:solidFill>
                  <a:srgbClr val="A5804F"/>
                </a:solidFill>
                <a:latin typeface="+mj-lt"/>
              </a:defRPr>
            </a:lvl3pPr>
            <a:lvl4pPr marL="1371600" indent="0">
              <a:buNone/>
              <a:defRPr sz="2200">
                <a:solidFill>
                  <a:srgbClr val="A5804F"/>
                </a:solidFill>
                <a:latin typeface="+mj-lt"/>
              </a:defRPr>
            </a:lvl4pPr>
            <a:lvl5pPr marL="1828800" indent="0">
              <a:buNone/>
              <a:defRPr sz="2200">
                <a:solidFill>
                  <a:srgbClr val="A5804F"/>
                </a:solidFill>
                <a:latin typeface="+mj-lt"/>
              </a:defRPr>
            </a:lvl5pPr>
          </a:lstStyle>
          <a:p>
            <a:pPr lvl="0"/>
            <a:r>
              <a:rPr lang="pt-BR" dirty="0"/>
              <a:t>Insira aqui seu nome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345E957-C73A-42F0-AD97-4BFEFECA3E70}"/>
              </a:ext>
            </a:extLst>
          </p:cNvPr>
          <p:cNvSpPr txBox="1"/>
          <p:nvPr userDrawn="1"/>
        </p:nvSpPr>
        <p:spPr>
          <a:xfrm>
            <a:off x="928687" y="5398139"/>
            <a:ext cx="14544676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pt-BR" sz="1800" b="0" kern="1200" spc="50" baseline="0" dirty="0">
                <a:solidFill>
                  <a:srgbClr val="C8AF8C"/>
                </a:solidFill>
                <a:latin typeface="+mn-lt"/>
                <a:ea typeface="+mj-ea"/>
                <a:cs typeface="Arial" panose="020B0604020202020204" pitchFamily="34" charset="0"/>
              </a:rPr>
              <a:t>NOME DO ESTUDANTE:</a:t>
            </a:r>
            <a:endParaRPr lang="pt-BR" sz="1800" b="0" kern="1200" spc="50" baseline="0" dirty="0">
              <a:solidFill>
                <a:srgbClr val="C8AF8C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834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5E837148-19BD-4164-965C-6A241D06D853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2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A034C09-59DD-4564-9C6E-8F60F069EB37}"/>
              </a:ext>
            </a:extLst>
          </p:cNvPr>
          <p:cNvSpPr txBox="1"/>
          <p:nvPr userDrawn="1"/>
        </p:nvSpPr>
        <p:spPr>
          <a:xfrm>
            <a:off x="1865025" y="3435796"/>
            <a:ext cx="12672000" cy="166199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32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SEÇÃO 1 - Elicitação dos Requisitos</a:t>
            </a:r>
          </a:p>
          <a:p>
            <a:pPr marL="0" indent="0" algn="ctr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Identifique, no mínimo, </a:t>
            </a: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10 requisitos funcionais 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 </a:t>
            </a: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 requisitos não funcionais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para o aplicativo/sistema a ser desenvolvido.</a:t>
            </a:r>
            <a:endParaRPr lang="pt-BR" sz="3200" baseline="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73AD855-C71D-41C0-8F1D-FEFA9D3A9581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/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353A036-17D9-4E9E-9704-A08842166D53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21" name="Gráfico 20" descr="Aviso">
            <a:extLst>
              <a:ext uri="{FF2B5EF4-FFF2-40B4-BE49-F238E27FC236}">
                <a16:creationId xmlns:a16="http://schemas.microsoft.com/office/drawing/2014/main" id="{BB788BAF-7DDB-4210-A352-F3FA18110B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832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5C833F-81A7-4EFD-A5F0-EAE720DDCE3F}"/>
              </a:ext>
            </a:extLst>
          </p:cNvPr>
          <p:cNvSpPr txBox="1"/>
          <p:nvPr userDrawn="1"/>
        </p:nvSpPr>
        <p:spPr>
          <a:xfrm>
            <a:off x="11544256" y="855785"/>
            <a:ext cx="3960000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1 – </a:t>
            </a:r>
            <a:r>
              <a:rPr lang="pt-BR" sz="180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Elicitação dos Requisitos</a:t>
            </a:r>
          </a:p>
        </p:txBody>
      </p:sp>
      <p:sp>
        <p:nvSpPr>
          <p:cNvPr id="12" name="Espaço Reservado para Texto 9">
            <a:extLst>
              <a:ext uri="{FF2B5EF4-FFF2-40B4-BE49-F238E27FC236}">
                <a16:creationId xmlns:a16="http://schemas.microsoft.com/office/drawing/2014/main" id="{4BE436D4-4143-4968-90B7-24DD96BF03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9" y="1631950"/>
            <a:ext cx="14544674" cy="7237414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</p:spTree>
    <p:extLst>
      <p:ext uri="{BB962C8B-B14F-4D97-AF65-F5344CB8AC3E}">
        <p14:creationId xmlns:p14="http://schemas.microsoft.com/office/powerpoint/2010/main" val="1710461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85AC51AE-23D2-45C2-A6C4-33D754A70E7D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2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8C28BEA-010B-40D0-87FA-AA14F0BD4605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/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7B09D44-09F1-42EB-9D42-609A3774D191}"/>
              </a:ext>
            </a:extLst>
          </p:cNvPr>
          <p:cNvSpPr txBox="1"/>
          <p:nvPr userDrawn="1"/>
        </p:nvSpPr>
        <p:spPr>
          <a:xfrm>
            <a:off x="1865025" y="3590637"/>
            <a:ext cx="12672000" cy="166199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32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SEÇÃO 2 - </a:t>
            </a:r>
            <a:r>
              <a:rPr lang="pt-BR" sz="32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  <a:cs typeface="+mn-cs"/>
              </a:rPr>
              <a:t>User Stories</a:t>
            </a:r>
            <a:endParaRPr lang="pt-BR" sz="3200" b="1" kern="3200" spc="20" baseline="0" dirty="0">
              <a:solidFill>
                <a:srgbClr val="49509A"/>
              </a:solidFill>
              <a:effectLst/>
              <a:latin typeface="+mn-lt"/>
              <a:ea typeface="Calibri Light" panose="020F0302020204030204" pitchFamily="34" charset="0"/>
            </a:endParaRPr>
          </a:p>
          <a:p>
            <a:pPr marL="0" indent="0" algn="ctr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Entregue as </a:t>
            </a: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User Stories desenvolvidas 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 partir dos requisitos funcionais identificados, com seus critérios de aceite.</a:t>
            </a:r>
            <a:endParaRPr lang="pt-BR" sz="3200" baseline="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217B83B-D21F-4662-BB75-5413B2BF7977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14" name="Gráfico 13" descr="Aviso">
            <a:extLst>
              <a:ext uri="{FF2B5EF4-FFF2-40B4-BE49-F238E27FC236}">
                <a16:creationId xmlns:a16="http://schemas.microsoft.com/office/drawing/2014/main" id="{4354F9AB-FA02-40BC-94B0-478F68FD15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226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9">
            <a:extLst>
              <a:ext uri="{FF2B5EF4-FFF2-40B4-BE49-F238E27FC236}">
                <a16:creationId xmlns:a16="http://schemas.microsoft.com/office/drawing/2014/main" id="{E359EE79-0812-42AA-AABC-F0E18D6B27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9" y="1631950"/>
            <a:ext cx="14544674" cy="7237414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51DDF55-3FF7-491E-AD13-81D2821F2E8E}"/>
              </a:ext>
            </a:extLst>
          </p:cNvPr>
          <p:cNvSpPr txBox="1"/>
          <p:nvPr userDrawn="1"/>
        </p:nvSpPr>
        <p:spPr>
          <a:xfrm>
            <a:off x="12876256" y="886987"/>
            <a:ext cx="2628000" cy="360000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2 – </a:t>
            </a:r>
            <a:r>
              <a:rPr lang="pt-BR" sz="180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User Stories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9EF850AF-0A73-4AF7-A63C-5B06A69774A2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09E97861-2345-4A0E-B17D-F48912493137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CEE5794D-5029-4635-AB7A-5EB1EFE4986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70713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31365953-D351-44C7-9765-C07CF36B6C52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2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BD0C867-911A-48B1-AFB1-AB125D368928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/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DA911F7-F870-4379-9B09-DFDDF9DDD2F1}"/>
              </a:ext>
            </a:extLst>
          </p:cNvPr>
          <p:cNvSpPr txBox="1"/>
          <p:nvPr userDrawn="1"/>
        </p:nvSpPr>
        <p:spPr>
          <a:xfrm>
            <a:off x="1494338" y="2349912"/>
            <a:ext cx="13413375" cy="365484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 defTabSz="457200" rtl="0" eaLnBrk="1" latinLnBrk="0" hangingPunct="1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32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  <a:cs typeface="+mn-cs"/>
              </a:rPr>
              <a:t>SEÇÃO 3 - EAP (Estrutura Analítica do Projeto)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pt-BR" sz="265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Desenvolva a EAP a partir do escopo que você̂ deseja executar. Você deve entregar </a:t>
            </a:r>
            <a:r>
              <a:rPr lang="pt-BR" sz="265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as User Stories como se fossem pacotes de trabalho </a:t>
            </a:r>
            <a:r>
              <a:rPr lang="pt-BR" sz="265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em, pelo menos, </a:t>
            </a:r>
            <a:r>
              <a:rPr lang="pt-BR" sz="265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três ou quatro níveis</a:t>
            </a:r>
            <a:r>
              <a:rPr lang="pt-BR" sz="265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 A EAP deve ser entregue de forma gráfica. Você pode criar a EAP </a:t>
            </a:r>
            <a:r>
              <a:rPr lang="pt-BR" sz="2650" kern="1200" baseline="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utilizando o </a:t>
            </a:r>
            <a:r>
              <a:rPr lang="pt-BR" sz="2650" b="1" kern="1200" baseline="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*</a:t>
            </a:r>
            <a:r>
              <a:rPr lang="pt-BR" sz="2650" kern="1200" baseline="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modelo disponível no slide seguinte </a:t>
            </a:r>
            <a:r>
              <a:rPr lang="pt-BR" sz="265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ou criá-la em outra ferramenta de sua escolha (WBS Schedule Pro para Windows, Excel, ou outro software de desenho). Caso opte por criar a EAP em outra ferramenta, insira a imagem da EAP finalizada dentro do quadro de entrega do slide que é apresentado na sequência.</a:t>
            </a:r>
          </a:p>
          <a:p>
            <a:pPr marL="0" indent="0" algn="ctr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pt-BR" sz="265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Lembre-se de excluir o slide não utilizado para a entrega da EAP.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7C4A3BC-A435-421D-8A82-37891A0FDD53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22" name="Gráfico 21" descr="Aviso">
            <a:extLst>
              <a:ext uri="{FF2B5EF4-FFF2-40B4-BE49-F238E27FC236}">
                <a16:creationId xmlns:a16="http://schemas.microsoft.com/office/drawing/2014/main" id="{1263C67A-E251-4E63-AFFC-72D246AACF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D8183263-5E3B-494C-88C6-7C3034B4D6A1}"/>
              </a:ext>
            </a:extLst>
          </p:cNvPr>
          <p:cNvSpPr txBox="1"/>
          <p:nvPr userDrawn="1"/>
        </p:nvSpPr>
        <p:spPr>
          <a:xfrm>
            <a:off x="1217026" y="6176873"/>
            <a:ext cx="13967999" cy="61555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pt-BR" sz="2000" b="1" baseline="0" dirty="0">
                <a:solidFill>
                  <a:srgbClr val="7D7DFF"/>
                </a:solidFill>
                <a:latin typeface="+mn-lt"/>
              </a:rPr>
              <a:t>*</a:t>
            </a:r>
            <a:r>
              <a:rPr lang="pt-BR" sz="2000" baseline="0" dirty="0">
                <a:solidFill>
                  <a:srgbClr val="7D7DFF"/>
                </a:solidFill>
                <a:latin typeface="+mn-lt"/>
              </a:rPr>
              <a:t>A EAP disponível no slide seguinte é apenas um modelo, não tendo por objetivo representar o escopo completo de qualquer projeto específico, nem implicar que esta é a única forma de organizar a EAP. Você deve editar o modelo de acordo com o seu projeto!   </a:t>
            </a:r>
          </a:p>
        </p:txBody>
      </p:sp>
    </p:spTree>
    <p:extLst>
      <p:ext uri="{BB962C8B-B14F-4D97-AF65-F5344CB8AC3E}">
        <p14:creationId xmlns:p14="http://schemas.microsoft.com/office/powerpoint/2010/main" val="55212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0E7C60FE-0AD8-43C4-BF99-A0AA3A302F6A}"/>
              </a:ext>
            </a:extLst>
          </p:cNvPr>
          <p:cNvSpPr txBox="1"/>
          <p:nvPr userDrawn="1"/>
        </p:nvSpPr>
        <p:spPr>
          <a:xfrm>
            <a:off x="10500256" y="855786"/>
            <a:ext cx="5004000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3 – </a:t>
            </a:r>
            <a:r>
              <a:rPr lang="pt-BR" sz="180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EAP (Estrutura Analítica do Projeto)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2254DFDE-5D38-4382-BCCA-0A64602984E2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59813490-36B5-484F-9D16-5953989A2732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64241C2C-8707-4B5A-8BB2-174C330BE74C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47312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DB21FAF-8D04-492A-8B51-65E48BD9D0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8688" y="1747838"/>
            <a:ext cx="14544674" cy="7127989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pt-BR" dirty="0"/>
              <a:t>Clique no ícone abaixo para inserir aqui a imagem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7037748-DFFD-4BFA-B7A4-BB654E3EA668}"/>
              </a:ext>
            </a:extLst>
          </p:cNvPr>
          <p:cNvSpPr txBox="1"/>
          <p:nvPr userDrawn="1"/>
        </p:nvSpPr>
        <p:spPr>
          <a:xfrm>
            <a:off x="928688" y="1456183"/>
            <a:ext cx="8565832" cy="215444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fontAlgn="base">
              <a:lnSpc>
                <a:spcPct val="100000"/>
              </a:lnSpc>
            </a:pPr>
            <a:r>
              <a:rPr lang="pt-BR" sz="1400" b="1" kern="1800" spc="80" baseline="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COLOQUE NO QUADRO ABAIXO A IMAGEM DA EAP DESENVOLVIDA A PARTIR DE OUTRA FERRAMENTA: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6AA67C1-960F-4FF2-9A85-15ADD94CAA0F}"/>
              </a:ext>
            </a:extLst>
          </p:cNvPr>
          <p:cNvSpPr txBox="1"/>
          <p:nvPr userDrawn="1"/>
        </p:nvSpPr>
        <p:spPr>
          <a:xfrm>
            <a:off x="10500256" y="855786"/>
            <a:ext cx="5004000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3 – </a:t>
            </a:r>
            <a:r>
              <a:rPr lang="pt-BR" sz="180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EAP (Estrutura Analítica do Projeto)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94E67EA1-8114-4621-B5A2-38DB2520A92D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E45C1965-BECD-4B49-BA74-E57BC70A16A3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6BA2BB47-7EB7-458A-B232-504EAD4A8B9A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714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CB8B345F-DD73-4E9E-AD18-F0BDD895895F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2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AA7EAE7-3CCE-4E3C-A01D-090F2B99EE33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/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DA911F7-F870-4379-9B09-DFDDF9DDD2F1}"/>
              </a:ext>
            </a:extLst>
          </p:cNvPr>
          <p:cNvSpPr txBox="1"/>
          <p:nvPr userDrawn="1"/>
        </p:nvSpPr>
        <p:spPr>
          <a:xfrm>
            <a:off x="1721025" y="3787031"/>
            <a:ext cx="12960000" cy="123110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32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  <a:cs typeface="+mn-cs"/>
              </a:rPr>
              <a:t>SEÇÃO 4 - </a:t>
            </a:r>
            <a:r>
              <a:rPr lang="pt-BR" sz="3200" b="1" kern="3200" spc="20" baseline="0" dirty="0" err="1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  <a:cs typeface="+mn-cs"/>
              </a:rPr>
              <a:t>Roadmap</a:t>
            </a:r>
            <a:endParaRPr lang="pt-BR" sz="3200" b="1" kern="3200" spc="20" baseline="0" dirty="0">
              <a:solidFill>
                <a:srgbClr val="49509A"/>
              </a:solidFill>
              <a:effectLst/>
              <a:latin typeface="+mn-lt"/>
              <a:ea typeface="Calibri Light" panose="020F0302020204030204" pitchFamily="34" charset="0"/>
              <a:cs typeface="+mn-cs"/>
            </a:endParaRPr>
          </a:p>
          <a:p>
            <a:pPr marL="0" indent="0" algn="ctr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Entregue </a:t>
            </a: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um Roadmap 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com as datas a serem cumpridas.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33EAE45-2991-47EF-ACAB-FE2855CD4F3A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15" name="Gráfico 14" descr="Aviso">
            <a:extLst>
              <a:ext uri="{FF2B5EF4-FFF2-40B4-BE49-F238E27FC236}">
                <a16:creationId xmlns:a16="http://schemas.microsoft.com/office/drawing/2014/main" id="{1C62AF46-3078-4248-B00F-CBF1C6498C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51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52E4679B-0B52-4230-A351-D067A3B11045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A57B6896-8932-44C3-AB1B-519277B90551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1AA9186F-5E87-4058-A85C-76768EEFA512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97C9B68-F605-4413-A033-3D0D25C21DDE}"/>
              </a:ext>
            </a:extLst>
          </p:cNvPr>
          <p:cNvSpPr txBox="1"/>
          <p:nvPr userDrawn="1"/>
        </p:nvSpPr>
        <p:spPr>
          <a:xfrm>
            <a:off x="12876256" y="855785"/>
            <a:ext cx="2628000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4 – </a:t>
            </a:r>
            <a:r>
              <a:rPr lang="pt-BR" sz="1800" kern="1200" spc="100" dirty="0" err="1">
                <a:solidFill>
                  <a:srgbClr val="393683"/>
                </a:solidFill>
                <a:latin typeface="+mn-lt"/>
                <a:ea typeface="+mn-ea"/>
                <a:cs typeface="+mn-cs"/>
              </a:rPr>
              <a:t>Roadmap</a:t>
            </a:r>
            <a:endParaRPr lang="pt-BR" sz="1800" kern="1200" spc="100" dirty="0">
              <a:solidFill>
                <a:srgbClr val="393683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8463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DB21FAF-8D04-492A-8B51-65E48BD9D0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8688" y="1747838"/>
            <a:ext cx="14544674" cy="7127989"/>
          </a:xfrm>
          <a:prstGeom prst="rect">
            <a:avLst/>
          </a:prstGeom>
          <a:solidFill>
            <a:srgbClr val="EEEEFC"/>
          </a:solidFill>
        </p:spPr>
        <p:txBody>
          <a:bodyPr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pt-BR" dirty="0"/>
              <a:t>Clique no ícone abaixo para inserir aqui a imagem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7037748-DFFD-4BFA-B7A4-BB654E3EA668}"/>
              </a:ext>
            </a:extLst>
          </p:cNvPr>
          <p:cNvSpPr txBox="1"/>
          <p:nvPr userDrawn="1"/>
        </p:nvSpPr>
        <p:spPr>
          <a:xfrm>
            <a:off x="928688" y="1456183"/>
            <a:ext cx="8565832" cy="215444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fontAlgn="base">
              <a:lnSpc>
                <a:spcPct val="100000"/>
              </a:lnSpc>
            </a:pPr>
            <a:r>
              <a:rPr lang="pt-BR" sz="1400" b="1" kern="1800" spc="80" baseline="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COLOQUE NO QUADRO ABAIXO A IMAGEM DO ROADMAP: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5170F421-E184-4683-A64E-BC050A24D700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064ADC64-473E-4914-ABC7-75F319CB72C8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0C89AF73-E9F4-462D-8F10-13EFA902AC03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F572F10-909C-4E68-A4E2-922EB64C86B0}"/>
              </a:ext>
            </a:extLst>
          </p:cNvPr>
          <p:cNvSpPr txBox="1"/>
          <p:nvPr userDrawn="1"/>
        </p:nvSpPr>
        <p:spPr>
          <a:xfrm>
            <a:off x="12876256" y="855785"/>
            <a:ext cx="2628000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4 – </a:t>
            </a:r>
            <a:r>
              <a:rPr lang="pt-BR" sz="1800" kern="1200" spc="100" dirty="0" err="1">
                <a:solidFill>
                  <a:srgbClr val="393683"/>
                </a:solidFill>
                <a:latin typeface="+mn-lt"/>
                <a:ea typeface="+mn-ea"/>
                <a:cs typeface="+mn-cs"/>
              </a:rPr>
              <a:t>Roadmap</a:t>
            </a:r>
            <a:endParaRPr lang="pt-BR" sz="1800" kern="1200" spc="100" dirty="0">
              <a:solidFill>
                <a:srgbClr val="393683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3216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660A6460-B176-49E9-83E6-4236135CEBE4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2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CDF1FBA-ED05-4FB0-AB4F-E01F2CBA5534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/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A034C09-59DD-4564-9C6E-8F60F069EB37}"/>
              </a:ext>
            </a:extLst>
          </p:cNvPr>
          <p:cNvSpPr txBox="1"/>
          <p:nvPr userDrawn="1"/>
        </p:nvSpPr>
        <p:spPr>
          <a:xfrm>
            <a:off x="1631025" y="3571587"/>
            <a:ext cx="13140000" cy="166199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32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  <a:cs typeface="+mn-cs"/>
              </a:rPr>
              <a:t>SEÇÃO 5 - Tecnologias</a:t>
            </a:r>
          </a:p>
          <a:p>
            <a:pPr marL="0" indent="0" algn="ctr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Descreva as tecnologias 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(</a:t>
            </a:r>
            <a:r>
              <a:rPr lang="pt-BR" sz="2800" baseline="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Frontend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pt-BR" sz="2800" baseline="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Backend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Arquitetura e Banco de Dados) que serão utilizadas e o porquê da sua escolha.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594E56C-E820-46B8-ACC1-F2BF69928467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20" name="Gráfico 19" descr="Aviso">
            <a:extLst>
              <a:ext uri="{FF2B5EF4-FFF2-40B4-BE49-F238E27FC236}">
                <a16:creationId xmlns:a16="http://schemas.microsoft.com/office/drawing/2014/main" id="{D806F0BB-2733-4143-A878-068CBB914D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9476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4A028587-277F-4A8D-B43F-EE29F10BD644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58036009-F5B9-4A44-A46F-772DAB05A9E5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4EDDC0AD-A487-4F80-845A-05105E977C1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8630D72-EF7A-4E91-90B7-234F824CD54A}"/>
              </a:ext>
            </a:extLst>
          </p:cNvPr>
          <p:cNvSpPr txBox="1"/>
          <p:nvPr userDrawn="1"/>
        </p:nvSpPr>
        <p:spPr>
          <a:xfrm>
            <a:off x="12876256" y="855785"/>
            <a:ext cx="2628000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5 – </a:t>
            </a:r>
            <a:r>
              <a:rPr lang="pt-BR" sz="180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Tecnologias</a:t>
            </a:r>
          </a:p>
        </p:txBody>
      </p:sp>
      <p:sp>
        <p:nvSpPr>
          <p:cNvPr id="11" name="Espaço Reservado para Texto 9">
            <a:extLst>
              <a:ext uri="{FF2B5EF4-FFF2-40B4-BE49-F238E27FC236}">
                <a16:creationId xmlns:a16="http://schemas.microsoft.com/office/drawing/2014/main" id="{7D8D1F6E-6410-4BD4-881F-4A46251B3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9" y="1631950"/>
            <a:ext cx="14544674" cy="7237414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</p:spTree>
    <p:extLst>
      <p:ext uri="{BB962C8B-B14F-4D97-AF65-F5344CB8AC3E}">
        <p14:creationId xmlns:p14="http://schemas.microsoft.com/office/powerpoint/2010/main" val="21081894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586B8C82-BA24-43ED-B881-D6B28CBE9AD5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2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FDE99D1-FAD1-4848-84A2-DBF5A7412528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/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A034C09-59DD-4564-9C6E-8F60F069EB37}"/>
              </a:ext>
            </a:extLst>
          </p:cNvPr>
          <p:cNvSpPr txBox="1"/>
          <p:nvPr userDrawn="1"/>
        </p:nvSpPr>
        <p:spPr>
          <a:xfrm>
            <a:off x="1631025" y="3356143"/>
            <a:ext cx="13140000" cy="20928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32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SEÇÃO 6 - Repositórios</a:t>
            </a:r>
          </a:p>
          <a:p>
            <a:pPr marL="0" indent="0" algn="ctr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Crie os Repositórios PRIVADOS no GitHub. </a:t>
            </a:r>
            <a:r>
              <a:rPr lang="pt-BR" sz="2800" b="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Você deve criar 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os repositórios necessários para seu projeto e </a:t>
            </a: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adicionar o tutor 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(usuário: </a:t>
            </a:r>
            <a:r>
              <a:rPr lang="pt-BR" sz="2800" baseline="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biancacamargomachado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) como colaborador desde o início (com permissão de leitura).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6405306-4DCF-48DF-8A09-F75E67FE213E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20" name="Gráfico 19" descr="Aviso">
            <a:extLst>
              <a:ext uri="{FF2B5EF4-FFF2-40B4-BE49-F238E27FC236}">
                <a16:creationId xmlns:a16="http://schemas.microsoft.com/office/drawing/2014/main" id="{0421E441-036C-41E4-A3E6-3214E17B2D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6937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72BCA150-E2D8-4E83-9137-333D297344EF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CC52ADCD-B97E-4AE0-AE99-9675521663B7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1B9D36A4-46D9-486D-82FE-BC07C70B2D4F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0190FD7-8F4C-4966-88F2-5CBB23078188}"/>
              </a:ext>
            </a:extLst>
          </p:cNvPr>
          <p:cNvSpPr txBox="1"/>
          <p:nvPr userDrawn="1"/>
        </p:nvSpPr>
        <p:spPr>
          <a:xfrm>
            <a:off x="12876256" y="855785"/>
            <a:ext cx="2628000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6 – </a:t>
            </a:r>
            <a:r>
              <a:rPr lang="pt-BR" sz="180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Repositórios</a:t>
            </a:r>
          </a:p>
        </p:txBody>
      </p:sp>
      <p:sp>
        <p:nvSpPr>
          <p:cNvPr id="13" name="Espaço Reservado para Texto 9">
            <a:extLst>
              <a:ext uri="{FF2B5EF4-FFF2-40B4-BE49-F238E27FC236}">
                <a16:creationId xmlns:a16="http://schemas.microsoft.com/office/drawing/2014/main" id="{3882337C-E7B6-4407-8566-CA16D112E8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9" y="1631950"/>
            <a:ext cx="14544674" cy="7237414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</p:spTree>
    <p:extLst>
      <p:ext uri="{BB962C8B-B14F-4D97-AF65-F5344CB8AC3E}">
        <p14:creationId xmlns:p14="http://schemas.microsoft.com/office/powerpoint/2010/main" val="40785516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359C996F-A9FF-46AF-912B-E9F9F88973D2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2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B61BDD0-D1CD-43CD-B797-17F13A04B17E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/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DA911F7-F870-4379-9B09-DFDDF9DDD2F1}"/>
              </a:ext>
            </a:extLst>
          </p:cNvPr>
          <p:cNvSpPr txBox="1"/>
          <p:nvPr userDrawn="1"/>
        </p:nvSpPr>
        <p:spPr>
          <a:xfrm>
            <a:off x="1991541" y="3432343"/>
            <a:ext cx="12418969" cy="20928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32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SEÇÃO 7 – Protótipo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Desenvolva o </a:t>
            </a: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Protótipo de alta fidelidade 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no </a:t>
            </a:r>
            <a:r>
              <a:rPr lang="pt-BR" sz="2800" b="1" baseline="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Figma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ou ferramenta similar 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 anexe o resultado no próximo slide. No slide que é apresentado na sequência, insira também o link para o protótipo original, se tiver.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EE99BE3-8DF3-4BFB-8A05-51FEC2EF2134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15" name="Gráfico 14" descr="Aviso">
            <a:extLst>
              <a:ext uri="{FF2B5EF4-FFF2-40B4-BE49-F238E27FC236}">
                <a16:creationId xmlns:a16="http://schemas.microsoft.com/office/drawing/2014/main" id="{E712451E-8E40-432D-87B5-6250EDB889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351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DB21FAF-8D04-492A-8B51-65E48BD9D0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8688" y="1747838"/>
            <a:ext cx="14544674" cy="7127989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pt-BR" dirty="0"/>
              <a:t>Clique no ícone abaixo para inserir aqui a imagem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7037748-DFFD-4BFA-B7A4-BB654E3EA668}"/>
              </a:ext>
            </a:extLst>
          </p:cNvPr>
          <p:cNvSpPr txBox="1"/>
          <p:nvPr userDrawn="1"/>
        </p:nvSpPr>
        <p:spPr>
          <a:xfrm>
            <a:off x="928688" y="1456183"/>
            <a:ext cx="8565832" cy="215444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fontAlgn="base">
              <a:lnSpc>
                <a:spcPct val="100000"/>
              </a:lnSpc>
            </a:pPr>
            <a:r>
              <a:rPr lang="pt-BR" sz="1400" b="1" kern="1800" spc="80" baseline="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COLOQUE NO QUADRO ABAIXO A IMAGEM DO PROTÓTIPO: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2E75063C-D2BA-4225-B7F9-01FAFDBFF920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73AB8DAF-D1EE-4D70-9D46-A6E09A4C9AE8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B4601355-D85C-48F2-A8FD-BB84FC445ED7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EEA4965-31B2-4383-959B-7A93CE7F4C93}"/>
              </a:ext>
            </a:extLst>
          </p:cNvPr>
          <p:cNvSpPr txBox="1"/>
          <p:nvPr userDrawn="1"/>
        </p:nvSpPr>
        <p:spPr>
          <a:xfrm>
            <a:off x="12876256" y="855785"/>
            <a:ext cx="2628000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7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Protótipo</a:t>
            </a:r>
          </a:p>
        </p:txBody>
      </p:sp>
    </p:spTree>
    <p:extLst>
      <p:ext uri="{BB962C8B-B14F-4D97-AF65-F5344CB8AC3E}">
        <p14:creationId xmlns:p14="http://schemas.microsoft.com/office/powerpoint/2010/main" val="7547975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73FE707C-5895-43A2-8E2E-0A8DC72F174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526072D3-DC90-4B0C-A75D-802F7A7DC80D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2C5BF44F-24B9-4D91-9C41-4AD68FE27D9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F059D69-0C20-48A6-AC82-B476CBE6FCC4}"/>
              </a:ext>
            </a:extLst>
          </p:cNvPr>
          <p:cNvSpPr txBox="1"/>
          <p:nvPr userDrawn="1"/>
        </p:nvSpPr>
        <p:spPr>
          <a:xfrm>
            <a:off x="12876256" y="855785"/>
            <a:ext cx="2628000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7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Protótipo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3B777A1-C694-4B10-A4D7-94599E753CE8}"/>
              </a:ext>
            </a:extLst>
          </p:cNvPr>
          <p:cNvSpPr txBox="1"/>
          <p:nvPr userDrawn="1"/>
        </p:nvSpPr>
        <p:spPr>
          <a:xfrm>
            <a:off x="928688" y="1456183"/>
            <a:ext cx="8565832" cy="215444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fontAlgn="base">
              <a:lnSpc>
                <a:spcPct val="100000"/>
              </a:lnSpc>
            </a:pPr>
            <a:r>
              <a:rPr lang="pt-BR" sz="1400" b="1" kern="1800" spc="80" baseline="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COLOQUE NO QUADRO ABAIXO O LINK PARA O PROTÓTIPO ORIGINAL, SE TIVER:</a:t>
            </a:r>
          </a:p>
        </p:txBody>
      </p:sp>
      <p:sp>
        <p:nvSpPr>
          <p:cNvPr id="12" name="Espaço Reservado para Texto 9">
            <a:extLst>
              <a:ext uri="{FF2B5EF4-FFF2-40B4-BE49-F238E27FC236}">
                <a16:creationId xmlns:a16="http://schemas.microsoft.com/office/drawing/2014/main" id="{27F29390-FBC1-43D9-84F2-D5E4D2CBFE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9" y="1750103"/>
            <a:ext cx="14544674" cy="2700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o link.</a:t>
            </a:r>
          </a:p>
        </p:txBody>
      </p:sp>
    </p:spTree>
    <p:extLst>
      <p:ext uri="{BB962C8B-B14F-4D97-AF65-F5344CB8AC3E}">
        <p14:creationId xmlns:p14="http://schemas.microsoft.com/office/powerpoint/2010/main" val="11319924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C317ABBE-DB15-4149-813B-3ADD5448080E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2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45198F2-44DE-4961-A534-C46D8B0C74E3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/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DA911F7-F870-4379-9B09-DFDDF9DDD2F1}"/>
              </a:ext>
            </a:extLst>
          </p:cNvPr>
          <p:cNvSpPr txBox="1"/>
          <p:nvPr userDrawn="1"/>
        </p:nvSpPr>
        <p:spPr>
          <a:xfrm>
            <a:off x="3047768" y="3685887"/>
            <a:ext cx="10306514" cy="166199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32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SEÇÃO 8 – Banco de Dados</a:t>
            </a:r>
          </a:p>
          <a:p>
            <a:pPr marL="0" indent="0" algn="ctr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Faça a modelagem do banco de dados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que será utilizado na aplicação e anexe no slide seguinte.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ABE0133-416C-47CF-B81B-B2CC98AD4EEB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15" name="Gráfico 14" descr="Aviso">
            <a:extLst>
              <a:ext uri="{FF2B5EF4-FFF2-40B4-BE49-F238E27FC236}">
                <a16:creationId xmlns:a16="http://schemas.microsoft.com/office/drawing/2014/main" id="{A4E1A8AE-6DB4-44EB-B1FD-99C8B71735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6696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rupar 10">
            <a:extLst>
              <a:ext uri="{FF2B5EF4-FFF2-40B4-BE49-F238E27FC236}">
                <a16:creationId xmlns:a16="http://schemas.microsoft.com/office/drawing/2014/main" id="{76289EA3-EF9D-4D67-B91C-2DFE59014AB3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889367F3-6ED5-4C97-9097-AA06CA7F094B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ABFE4037-DC4E-4E3E-B670-D8F538A516F2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23D8A11-7AE3-4098-B8B8-251BEBF931B8}"/>
              </a:ext>
            </a:extLst>
          </p:cNvPr>
          <p:cNvSpPr txBox="1"/>
          <p:nvPr userDrawn="1"/>
        </p:nvSpPr>
        <p:spPr>
          <a:xfrm>
            <a:off x="12579350" y="855785"/>
            <a:ext cx="292490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8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Banco de Dados</a:t>
            </a:r>
          </a:p>
        </p:txBody>
      </p:sp>
      <p:sp>
        <p:nvSpPr>
          <p:cNvPr id="7" name="Espaço Reservado para Imagem 2">
            <a:extLst>
              <a:ext uri="{FF2B5EF4-FFF2-40B4-BE49-F238E27FC236}">
                <a16:creationId xmlns:a16="http://schemas.microsoft.com/office/drawing/2014/main" id="{501599B7-B559-460E-8E98-42C40007A31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8688" y="1747838"/>
            <a:ext cx="14544674" cy="7127989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pt-BR" dirty="0"/>
              <a:t>Clique no ícone abaixo para inserir aqui a imagem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40FC257-47AF-4C6D-A7A2-B2395DDAD82F}"/>
              </a:ext>
            </a:extLst>
          </p:cNvPr>
          <p:cNvSpPr txBox="1"/>
          <p:nvPr userDrawn="1"/>
        </p:nvSpPr>
        <p:spPr>
          <a:xfrm>
            <a:off x="928688" y="1456183"/>
            <a:ext cx="8565832" cy="215444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fontAlgn="base">
              <a:lnSpc>
                <a:spcPct val="100000"/>
              </a:lnSpc>
            </a:pPr>
            <a:r>
              <a:rPr lang="pt-BR" sz="1400" b="1" kern="1800" spc="80" baseline="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COLOQUE NO QUADRO ABAIXO A IMAGEM DO BANCO DE DADOS:</a:t>
            </a:r>
          </a:p>
        </p:txBody>
      </p:sp>
    </p:spTree>
    <p:extLst>
      <p:ext uri="{BB962C8B-B14F-4D97-AF65-F5344CB8AC3E}">
        <p14:creationId xmlns:p14="http://schemas.microsoft.com/office/powerpoint/2010/main" val="204967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A516510E-9335-4067-A60E-F2456A555679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2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ED44ED0-82C6-40AD-B891-FF21542191E5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/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DA911F7-F870-4379-9B09-DFDDF9DDD2F1}"/>
              </a:ext>
            </a:extLst>
          </p:cNvPr>
          <p:cNvSpPr txBox="1"/>
          <p:nvPr userDrawn="1"/>
        </p:nvSpPr>
        <p:spPr>
          <a:xfrm>
            <a:off x="1721025" y="3552537"/>
            <a:ext cx="12960000" cy="166199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32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SEÇÃO 9 – Conclusão</a:t>
            </a:r>
          </a:p>
          <a:p>
            <a:pPr marL="0" indent="0" algn="ctr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Desenvolva uma </a:t>
            </a: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conclusão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que deverá conter a </a:t>
            </a: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descrição de aprendizados e dificuldades encontradas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assim como a sua </a:t>
            </a: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autoavaliação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desta fase.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8475F97-CB6A-407B-B049-799721993F6C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15" name="Gráfico 14" descr="Aviso">
            <a:extLst>
              <a:ext uri="{FF2B5EF4-FFF2-40B4-BE49-F238E27FC236}">
                <a16:creationId xmlns:a16="http://schemas.microsoft.com/office/drawing/2014/main" id="{F1C10FAA-1757-40FC-92FB-09999E973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1926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FB5A65B3-56E5-4CC7-BEAF-E9955B7ADC70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E0B95DA6-6F7F-4D8E-BDE3-ECF380DBB191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5B0DE5AD-8699-4BFA-906E-F46C692F2975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6D5AE6EC-526B-450F-8013-21F2DBF5FB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9" y="1631950"/>
            <a:ext cx="14544674" cy="7237414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69A409E-1A41-46D0-A10E-D5506B44C7A6}"/>
              </a:ext>
            </a:extLst>
          </p:cNvPr>
          <p:cNvSpPr txBox="1"/>
          <p:nvPr userDrawn="1"/>
        </p:nvSpPr>
        <p:spPr>
          <a:xfrm>
            <a:off x="13129260" y="855785"/>
            <a:ext cx="237499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9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29054057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">
    <p:bg>
      <p:bgPr>
        <a:blipFill dpi="0" rotWithShape="1">
          <a:blip r:embed="rId2" cstate="email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5952F1E-9BCB-47C9-8499-7411F93F85A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biLevel thresh="2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211025" y="4503298"/>
            <a:ext cx="1980000" cy="5946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96591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7979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6" r:id="rId2"/>
    <p:sldLayoutId id="2147483706" r:id="rId3"/>
    <p:sldLayoutId id="2147483703" r:id="rId4"/>
    <p:sldLayoutId id="2147483701" r:id="rId5"/>
    <p:sldLayoutId id="2147483707" r:id="rId6"/>
    <p:sldLayoutId id="2147483708" r:id="rId7"/>
    <p:sldLayoutId id="2147483704" r:id="rId8"/>
    <p:sldLayoutId id="2147483709" r:id="rId9"/>
    <p:sldLayoutId id="2147483710" r:id="rId10"/>
    <p:sldLayoutId id="2147483711" r:id="rId11"/>
    <p:sldLayoutId id="2147483705" r:id="rId12"/>
    <p:sldLayoutId id="2147483700" r:id="rId13"/>
    <p:sldLayoutId id="2147483712" r:id="rId14"/>
    <p:sldLayoutId id="2147483713" r:id="rId15"/>
    <p:sldLayoutId id="2147483717" r:id="rId16"/>
    <p:sldLayoutId id="2147483719" r:id="rId17"/>
    <p:sldLayoutId id="2147483718" r:id="rId18"/>
    <p:sldLayoutId id="2147483720" r:id="rId19"/>
    <p:sldLayoutId id="2147483722" r:id="rId20"/>
    <p:sldLayoutId id="2147483723" r:id="rId21"/>
    <p:sldLayoutId id="2147483724" r:id="rId22"/>
    <p:sldLayoutId id="2147483694" r:id="rId23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87" userDrawn="1">
          <p15:clr>
            <a:srgbClr val="F26B43"/>
          </p15:clr>
        </p15:guide>
        <p15:guide id="2" pos="9747" userDrawn="1">
          <p15:clr>
            <a:srgbClr val="F26B43"/>
          </p15:clr>
        </p15:guide>
        <p15:guide id="3" orient="horz" pos="461" userDrawn="1">
          <p15:clr>
            <a:srgbClr val="F26B43"/>
          </p15:clr>
        </p15:guide>
        <p15:guide id="4" pos="585" userDrawn="1">
          <p15:clr>
            <a:srgbClr val="F26B43"/>
          </p15:clr>
        </p15:guide>
        <p15:guide id="5" pos="5166" userDrawn="1">
          <p15:clr>
            <a:srgbClr val="F26B43"/>
          </p15:clr>
        </p15:guide>
        <p15:guide id="6" orient="horz" pos="892" userDrawn="1">
          <p15:clr>
            <a:srgbClr val="F26B43"/>
          </p15:clr>
        </p15:guide>
        <p15:guide id="7" orient="horz" pos="10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9DC85DF-50FF-41FE-83AA-46E29EBCE7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837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4878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9F231F41-DE0E-41DF-BB7D-7FA8E186AB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6044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9929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CB4534DE-F3AD-4660-9546-609AE15193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solidFill>
            <a:srgbClr val="EEEEFC"/>
          </a:solidFill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0139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778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Conector reto 250">
            <a:extLst>
              <a:ext uri="{FF2B5EF4-FFF2-40B4-BE49-F238E27FC236}">
                <a16:creationId xmlns:a16="http://schemas.microsoft.com/office/drawing/2014/main" id="{BC9D84F4-5F6D-1C00-B5FA-6BCC55CE4B60}"/>
              </a:ext>
            </a:extLst>
          </p:cNvPr>
          <p:cNvCxnSpPr>
            <a:cxnSpLocks/>
            <a:endCxn id="84" idx="1"/>
          </p:cNvCxnSpPr>
          <p:nvPr/>
        </p:nvCxnSpPr>
        <p:spPr>
          <a:xfrm rot="5400000">
            <a:off x="5467638" y="3884545"/>
            <a:ext cx="778373" cy="587534"/>
          </a:xfrm>
          <a:prstGeom prst="bentConnector4">
            <a:avLst>
              <a:gd name="adj1" fmla="val -3541"/>
              <a:gd name="adj2" fmla="val 138908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268">
            <a:extLst>
              <a:ext uri="{FF2B5EF4-FFF2-40B4-BE49-F238E27FC236}">
                <a16:creationId xmlns:a16="http://schemas.microsoft.com/office/drawing/2014/main" id="{8ECDCB7C-FBC3-F773-863C-DC86A4CA6489}"/>
              </a:ext>
            </a:extLst>
          </p:cNvPr>
          <p:cNvCxnSpPr>
            <a:cxnSpLocks/>
            <a:endCxn id="85" idx="1"/>
          </p:cNvCxnSpPr>
          <p:nvPr/>
        </p:nvCxnSpPr>
        <p:spPr>
          <a:xfrm rot="5400000">
            <a:off x="4888018" y="4461828"/>
            <a:ext cx="1933212" cy="583156"/>
          </a:xfrm>
          <a:prstGeom prst="bentConnector4">
            <a:avLst>
              <a:gd name="adj1" fmla="val -1407"/>
              <a:gd name="adj2" fmla="val 139200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273">
            <a:extLst>
              <a:ext uri="{FF2B5EF4-FFF2-40B4-BE49-F238E27FC236}">
                <a16:creationId xmlns:a16="http://schemas.microsoft.com/office/drawing/2014/main" id="{58AD3793-57BB-ED41-3D82-89A8A76D360D}"/>
              </a:ext>
            </a:extLst>
          </p:cNvPr>
          <p:cNvCxnSpPr>
            <a:cxnSpLocks/>
            <a:endCxn id="92" idx="1"/>
          </p:cNvCxnSpPr>
          <p:nvPr/>
        </p:nvCxnSpPr>
        <p:spPr>
          <a:xfrm rot="5400000">
            <a:off x="4311760" y="5038085"/>
            <a:ext cx="3085726" cy="583156"/>
          </a:xfrm>
          <a:prstGeom prst="bentConnector4">
            <a:avLst>
              <a:gd name="adj1" fmla="val -872"/>
              <a:gd name="adj2" fmla="val 139200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277">
            <a:extLst>
              <a:ext uri="{FF2B5EF4-FFF2-40B4-BE49-F238E27FC236}">
                <a16:creationId xmlns:a16="http://schemas.microsoft.com/office/drawing/2014/main" id="{E4B6E866-DBB4-0B65-3D5A-A13149FF762E}"/>
              </a:ext>
            </a:extLst>
          </p:cNvPr>
          <p:cNvCxnSpPr>
            <a:cxnSpLocks/>
            <a:endCxn id="93" idx="1"/>
          </p:cNvCxnSpPr>
          <p:nvPr/>
        </p:nvCxnSpPr>
        <p:spPr>
          <a:xfrm rot="5400000">
            <a:off x="3735503" y="5614342"/>
            <a:ext cx="4238240" cy="583156"/>
          </a:xfrm>
          <a:prstGeom prst="bentConnector4">
            <a:avLst>
              <a:gd name="adj1" fmla="val -679"/>
              <a:gd name="adj2" fmla="val 139200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338">
            <a:extLst>
              <a:ext uri="{FF2B5EF4-FFF2-40B4-BE49-F238E27FC236}">
                <a16:creationId xmlns:a16="http://schemas.microsoft.com/office/drawing/2014/main" id="{D0C875A1-206B-91A4-3A1E-FD0EEC4B837C}"/>
              </a:ext>
            </a:extLst>
          </p:cNvPr>
          <p:cNvCxnSpPr>
            <a:cxnSpLocks/>
            <a:stCxn id="77" idx="2"/>
            <a:endCxn id="90" idx="1"/>
          </p:cNvCxnSpPr>
          <p:nvPr/>
        </p:nvCxnSpPr>
        <p:spPr>
          <a:xfrm rot="5400000">
            <a:off x="11957256" y="3883616"/>
            <a:ext cx="771627" cy="583203"/>
          </a:xfrm>
          <a:prstGeom prst="bentConnector4">
            <a:avLst>
              <a:gd name="adj1" fmla="val -2157"/>
              <a:gd name="adj2" fmla="val 139197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341">
            <a:extLst>
              <a:ext uri="{FF2B5EF4-FFF2-40B4-BE49-F238E27FC236}">
                <a16:creationId xmlns:a16="http://schemas.microsoft.com/office/drawing/2014/main" id="{F8688ED5-86E1-336B-5A87-E9819F60D597}"/>
              </a:ext>
            </a:extLst>
          </p:cNvPr>
          <p:cNvCxnSpPr>
            <a:cxnSpLocks/>
            <a:stCxn id="77" idx="2"/>
            <a:endCxn id="91" idx="1"/>
          </p:cNvCxnSpPr>
          <p:nvPr/>
        </p:nvCxnSpPr>
        <p:spPr>
          <a:xfrm rot="5400000">
            <a:off x="11377767" y="4463105"/>
            <a:ext cx="1930605" cy="583203"/>
          </a:xfrm>
          <a:prstGeom prst="bentConnector4">
            <a:avLst>
              <a:gd name="adj1" fmla="val -448"/>
              <a:gd name="adj2" fmla="val 139197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344">
            <a:extLst>
              <a:ext uri="{FF2B5EF4-FFF2-40B4-BE49-F238E27FC236}">
                <a16:creationId xmlns:a16="http://schemas.microsoft.com/office/drawing/2014/main" id="{3412AC14-F2C1-1C87-4039-680AEC344D82}"/>
              </a:ext>
            </a:extLst>
          </p:cNvPr>
          <p:cNvCxnSpPr>
            <a:cxnSpLocks/>
            <a:stCxn id="77" idx="2"/>
            <a:endCxn id="96" idx="1"/>
          </p:cNvCxnSpPr>
          <p:nvPr/>
        </p:nvCxnSpPr>
        <p:spPr>
          <a:xfrm rot="5400000">
            <a:off x="10801508" y="5039364"/>
            <a:ext cx="3083122" cy="583203"/>
          </a:xfrm>
          <a:prstGeom prst="bentConnector4">
            <a:avLst>
              <a:gd name="adj1" fmla="val -333"/>
              <a:gd name="adj2" fmla="val 139197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395">
            <a:extLst>
              <a:ext uri="{FF2B5EF4-FFF2-40B4-BE49-F238E27FC236}">
                <a16:creationId xmlns:a16="http://schemas.microsoft.com/office/drawing/2014/main" id="{6F5ED88D-0217-3187-7D94-C7954D411187}"/>
              </a:ext>
            </a:extLst>
          </p:cNvPr>
          <p:cNvCxnSpPr>
            <a:cxnSpLocks/>
            <a:stCxn id="77" idx="2"/>
            <a:endCxn id="101" idx="1"/>
          </p:cNvCxnSpPr>
          <p:nvPr/>
        </p:nvCxnSpPr>
        <p:spPr>
          <a:xfrm rot="5400000">
            <a:off x="10225317" y="5615687"/>
            <a:ext cx="4235636" cy="583071"/>
          </a:xfrm>
          <a:prstGeom prst="bentConnector4">
            <a:avLst>
              <a:gd name="adj1" fmla="val -279"/>
              <a:gd name="adj2" fmla="val 139206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326">
            <a:extLst>
              <a:ext uri="{FF2B5EF4-FFF2-40B4-BE49-F238E27FC236}">
                <a16:creationId xmlns:a16="http://schemas.microsoft.com/office/drawing/2014/main" id="{45AD8CE8-9F11-6F90-2410-14BD03D2AA73}"/>
              </a:ext>
            </a:extLst>
          </p:cNvPr>
          <p:cNvCxnSpPr>
            <a:cxnSpLocks/>
            <a:stCxn id="76" idx="2"/>
            <a:endCxn id="88" idx="1"/>
          </p:cNvCxnSpPr>
          <p:nvPr/>
        </p:nvCxnSpPr>
        <p:spPr>
          <a:xfrm rot="5400000">
            <a:off x="9791200" y="3886851"/>
            <a:ext cx="778095" cy="583200"/>
          </a:xfrm>
          <a:prstGeom prst="bentConnector4">
            <a:avLst>
              <a:gd name="adj1" fmla="val -255"/>
              <a:gd name="adj2" fmla="val 139198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to 329">
            <a:extLst>
              <a:ext uri="{FF2B5EF4-FFF2-40B4-BE49-F238E27FC236}">
                <a16:creationId xmlns:a16="http://schemas.microsoft.com/office/drawing/2014/main" id="{4C63F36D-AF35-B140-8DEB-E04EEB5145D2}"/>
              </a:ext>
            </a:extLst>
          </p:cNvPr>
          <p:cNvCxnSpPr>
            <a:cxnSpLocks/>
            <a:stCxn id="76" idx="2"/>
            <a:endCxn id="89" idx="1"/>
          </p:cNvCxnSpPr>
          <p:nvPr/>
        </p:nvCxnSpPr>
        <p:spPr>
          <a:xfrm rot="5400000">
            <a:off x="9214944" y="4463107"/>
            <a:ext cx="1930606" cy="583200"/>
          </a:xfrm>
          <a:prstGeom prst="bentConnector4">
            <a:avLst>
              <a:gd name="adj1" fmla="val -119"/>
              <a:gd name="adj2" fmla="val 139198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332">
            <a:extLst>
              <a:ext uri="{FF2B5EF4-FFF2-40B4-BE49-F238E27FC236}">
                <a16:creationId xmlns:a16="http://schemas.microsoft.com/office/drawing/2014/main" id="{9879CDE0-707B-9559-62FC-DE1586E3BD16}"/>
              </a:ext>
            </a:extLst>
          </p:cNvPr>
          <p:cNvCxnSpPr>
            <a:cxnSpLocks/>
            <a:stCxn id="76" idx="2"/>
            <a:endCxn id="94" idx="1"/>
          </p:cNvCxnSpPr>
          <p:nvPr/>
        </p:nvCxnSpPr>
        <p:spPr>
          <a:xfrm rot="5400000">
            <a:off x="8638686" y="5039365"/>
            <a:ext cx="3083122" cy="583200"/>
          </a:xfrm>
          <a:prstGeom prst="bentConnector4">
            <a:avLst>
              <a:gd name="adj1" fmla="val -126"/>
              <a:gd name="adj2" fmla="val 139198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to 381">
            <a:extLst>
              <a:ext uri="{FF2B5EF4-FFF2-40B4-BE49-F238E27FC236}">
                <a16:creationId xmlns:a16="http://schemas.microsoft.com/office/drawing/2014/main" id="{0BBD8360-C765-21AD-D14C-C2F468D84F4C}"/>
              </a:ext>
            </a:extLst>
          </p:cNvPr>
          <p:cNvCxnSpPr>
            <a:cxnSpLocks/>
            <a:stCxn id="76" idx="2"/>
            <a:endCxn id="100" idx="1"/>
          </p:cNvCxnSpPr>
          <p:nvPr/>
        </p:nvCxnSpPr>
        <p:spPr>
          <a:xfrm rot="5400000">
            <a:off x="8062881" y="5616074"/>
            <a:ext cx="4235636" cy="582296"/>
          </a:xfrm>
          <a:prstGeom prst="bentConnector4">
            <a:avLst>
              <a:gd name="adj1" fmla="val -184"/>
              <a:gd name="adj2" fmla="val 139258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313">
            <a:extLst>
              <a:ext uri="{FF2B5EF4-FFF2-40B4-BE49-F238E27FC236}">
                <a16:creationId xmlns:a16="http://schemas.microsoft.com/office/drawing/2014/main" id="{E8F522D3-78BB-9C62-05D8-A169C8704019}"/>
              </a:ext>
            </a:extLst>
          </p:cNvPr>
          <p:cNvCxnSpPr>
            <a:cxnSpLocks/>
            <a:stCxn id="75" idx="2"/>
            <a:endCxn id="86" idx="1"/>
          </p:cNvCxnSpPr>
          <p:nvPr/>
        </p:nvCxnSpPr>
        <p:spPr>
          <a:xfrm rot="5400000">
            <a:off x="7628366" y="3886839"/>
            <a:ext cx="778095" cy="583225"/>
          </a:xfrm>
          <a:prstGeom prst="bentConnector4">
            <a:avLst>
              <a:gd name="adj1" fmla="val -499"/>
              <a:gd name="adj2" fmla="val 139196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316">
            <a:extLst>
              <a:ext uri="{FF2B5EF4-FFF2-40B4-BE49-F238E27FC236}">
                <a16:creationId xmlns:a16="http://schemas.microsoft.com/office/drawing/2014/main" id="{4979398B-2E7F-277A-A2B5-ED9254265F2A}"/>
              </a:ext>
            </a:extLst>
          </p:cNvPr>
          <p:cNvCxnSpPr>
            <a:cxnSpLocks/>
            <a:stCxn id="75" idx="2"/>
            <a:endCxn id="87" idx="1"/>
          </p:cNvCxnSpPr>
          <p:nvPr/>
        </p:nvCxnSpPr>
        <p:spPr>
          <a:xfrm rot="5400000">
            <a:off x="7052110" y="4463095"/>
            <a:ext cx="1930607" cy="583225"/>
          </a:xfrm>
          <a:prstGeom prst="bentConnector4">
            <a:avLst>
              <a:gd name="adj1" fmla="val 45"/>
              <a:gd name="adj2" fmla="val 139196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319">
            <a:extLst>
              <a:ext uri="{FF2B5EF4-FFF2-40B4-BE49-F238E27FC236}">
                <a16:creationId xmlns:a16="http://schemas.microsoft.com/office/drawing/2014/main" id="{B9131489-B195-4604-DDCE-921674B3D8BB}"/>
              </a:ext>
            </a:extLst>
          </p:cNvPr>
          <p:cNvCxnSpPr>
            <a:cxnSpLocks/>
            <a:stCxn id="75" idx="2"/>
            <a:endCxn id="97" idx="1"/>
          </p:cNvCxnSpPr>
          <p:nvPr/>
        </p:nvCxnSpPr>
        <p:spPr>
          <a:xfrm rot="5400000">
            <a:off x="6475077" y="5040128"/>
            <a:ext cx="3084673" cy="583225"/>
          </a:xfrm>
          <a:prstGeom prst="bentConnector4">
            <a:avLst>
              <a:gd name="adj1" fmla="val -204"/>
              <a:gd name="adj2" fmla="val 139196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376">
            <a:extLst>
              <a:ext uri="{FF2B5EF4-FFF2-40B4-BE49-F238E27FC236}">
                <a16:creationId xmlns:a16="http://schemas.microsoft.com/office/drawing/2014/main" id="{3B6AE55D-0174-DCA9-8C85-AB39297D74EF}"/>
              </a:ext>
            </a:extLst>
          </p:cNvPr>
          <p:cNvCxnSpPr>
            <a:cxnSpLocks/>
            <a:stCxn id="75" idx="2"/>
            <a:endCxn id="99" idx="1"/>
          </p:cNvCxnSpPr>
          <p:nvPr/>
        </p:nvCxnSpPr>
        <p:spPr>
          <a:xfrm rot="5400000">
            <a:off x="5899585" y="5615600"/>
            <a:ext cx="4235636" cy="583245"/>
          </a:xfrm>
          <a:prstGeom prst="bentConnector4">
            <a:avLst>
              <a:gd name="adj1" fmla="val -54"/>
              <a:gd name="adj2" fmla="val 139195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300">
            <a:extLst>
              <a:ext uri="{FF2B5EF4-FFF2-40B4-BE49-F238E27FC236}">
                <a16:creationId xmlns:a16="http://schemas.microsoft.com/office/drawing/2014/main" id="{0F54E3CB-496C-1936-A4BA-BBF33C450A8E}"/>
              </a:ext>
            </a:extLst>
          </p:cNvPr>
          <p:cNvCxnSpPr>
            <a:cxnSpLocks/>
            <a:stCxn id="73" idx="2"/>
            <a:endCxn id="82" idx="1"/>
          </p:cNvCxnSpPr>
          <p:nvPr/>
        </p:nvCxnSpPr>
        <p:spPr>
          <a:xfrm rot="5400000">
            <a:off x="3301162" y="3888419"/>
            <a:ext cx="781231" cy="583200"/>
          </a:xfrm>
          <a:prstGeom prst="bentConnector4">
            <a:avLst>
              <a:gd name="adj1" fmla="val -297"/>
              <a:gd name="adj2" fmla="val 139198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303">
            <a:extLst>
              <a:ext uri="{FF2B5EF4-FFF2-40B4-BE49-F238E27FC236}">
                <a16:creationId xmlns:a16="http://schemas.microsoft.com/office/drawing/2014/main" id="{171750F2-3893-E4A7-97AB-91F96D5DB85D}"/>
              </a:ext>
            </a:extLst>
          </p:cNvPr>
          <p:cNvCxnSpPr>
            <a:cxnSpLocks/>
            <a:stCxn id="73" idx="2"/>
            <a:endCxn id="83" idx="1"/>
          </p:cNvCxnSpPr>
          <p:nvPr/>
        </p:nvCxnSpPr>
        <p:spPr>
          <a:xfrm rot="5400000">
            <a:off x="2726473" y="4463108"/>
            <a:ext cx="1930609" cy="583200"/>
          </a:xfrm>
          <a:prstGeom prst="bentConnector4">
            <a:avLst>
              <a:gd name="adj1" fmla="val -119"/>
              <a:gd name="adj2" fmla="val 139198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to 306">
            <a:extLst>
              <a:ext uri="{FF2B5EF4-FFF2-40B4-BE49-F238E27FC236}">
                <a16:creationId xmlns:a16="http://schemas.microsoft.com/office/drawing/2014/main" id="{0E24A533-7A88-7AE1-84CB-2F2ED8C09653}"/>
              </a:ext>
            </a:extLst>
          </p:cNvPr>
          <p:cNvCxnSpPr>
            <a:cxnSpLocks/>
            <a:stCxn id="73" idx="2"/>
            <a:endCxn id="95" idx="1"/>
          </p:cNvCxnSpPr>
          <p:nvPr/>
        </p:nvCxnSpPr>
        <p:spPr>
          <a:xfrm rot="5400000">
            <a:off x="2150216" y="5039365"/>
            <a:ext cx="3083122" cy="583200"/>
          </a:xfrm>
          <a:prstGeom prst="bentConnector4">
            <a:avLst>
              <a:gd name="adj1" fmla="val -229"/>
              <a:gd name="adj2" fmla="val 139198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355">
            <a:extLst>
              <a:ext uri="{FF2B5EF4-FFF2-40B4-BE49-F238E27FC236}">
                <a16:creationId xmlns:a16="http://schemas.microsoft.com/office/drawing/2014/main" id="{132DDA14-E28E-AD35-3423-CF04D72C7D74}"/>
              </a:ext>
            </a:extLst>
          </p:cNvPr>
          <p:cNvCxnSpPr>
            <a:cxnSpLocks/>
            <a:stCxn id="73" idx="2"/>
            <a:endCxn id="98" idx="1"/>
          </p:cNvCxnSpPr>
          <p:nvPr/>
        </p:nvCxnSpPr>
        <p:spPr>
          <a:xfrm rot="5400000">
            <a:off x="1574026" y="5615689"/>
            <a:ext cx="4235636" cy="583067"/>
          </a:xfrm>
          <a:prstGeom prst="bentConnector4">
            <a:avLst>
              <a:gd name="adj1" fmla="val -129"/>
              <a:gd name="adj2" fmla="val 139206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tângulo: Cantos Arredondados 1">
            <a:extLst>
              <a:ext uri="{FF2B5EF4-FFF2-40B4-BE49-F238E27FC236}">
                <a16:creationId xmlns:a16="http://schemas.microsoft.com/office/drawing/2014/main" id="{A6179311-4CE6-A109-80CE-1CBFA233C8CE}"/>
              </a:ext>
            </a:extLst>
          </p:cNvPr>
          <p:cNvSpPr/>
          <p:nvPr/>
        </p:nvSpPr>
        <p:spPr>
          <a:xfrm>
            <a:off x="7337025" y="1476934"/>
            <a:ext cx="1728000" cy="771627"/>
          </a:xfrm>
          <a:prstGeom prst="roundRect">
            <a:avLst>
              <a:gd name="adj" fmla="val 0"/>
            </a:avLst>
          </a:prstGeom>
          <a:solidFill>
            <a:srgbClr val="D9D9FF"/>
          </a:solidFill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Escreva aqui</a:t>
            </a:r>
          </a:p>
        </p:txBody>
      </p:sp>
      <p:sp>
        <p:nvSpPr>
          <p:cNvPr id="73" name="Retângulo: Cantos Arredondados 20">
            <a:extLst>
              <a:ext uri="{FF2B5EF4-FFF2-40B4-BE49-F238E27FC236}">
                <a16:creationId xmlns:a16="http://schemas.microsoft.com/office/drawing/2014/main" id="{D3A2CE5F-0EB8-5FBC-32A4-7011DB8D9F9F}"/>
              </a:ext>
            </a:extLst>
          </p:cNvPr>
          <p:cNvSpPr/>
          <p:nvPr/>
        </p:nvSpPr>
        <p:spPr>
          <a:xfrm>
            <a:off x="3119377" y="3017777"/>
            <a:ext cx="1728000" cy="771627"/>
          </a:xfrm>
          <a:prstGeom prst="roundRect">
            <a:avLst>
              <a:gd name="adj" fmla="val 0"/>
            </a:avLst>
          </a:prstGeom>
          <a:solidFill>
            <a:srgbClr val="D9D9FF"/>
          </a:solidFill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Escreva aqui</a:t>
            </a:r>
          </a:p>
        </p:txBody>
      </p:sp>
      <p:sp>
        <p:nvSpPr>
          <p:cNvPr id="74" name="Retângulo: Cantos Arredondados 21">
            <a:extLst>
              <a:ext uri="{FF2B5EF4-FFF2-40B4-BE49-F238E27FC236}">
                <a16:creationId xmlns:a16="http://schemas.microsoft.com/office/drawing/2014/main" id="{F8836CA5-91AE-18DB-647F-9287F25E72C4}"/>
              </a:ext>
            </a:extLst>
          </p:cNvPr>
          <p:cNvSpPr/>
          <p:nvPr/>
        </p:nvSpPr>
        <p:spPr>
          <a:xfrm>
            <a:off x="5282201" y="3017778"/>
            <a:ext cx="1728000" cy="773722"/>
          </a:xfrm>
          <a:custGeom>
            <a:avLst/>
            <a:gdLst>
              <a:gd name="connsiteX0" fmla="*/ 0 w 1512000"/>
              <a:gd name="connsiteY0" fmla="*/ 0 h 771627"/>
              <a:gd name="connsiteX1" fmla="*/ 0 w 1512000"/>
              <a:gd name="connsiteY1" fmla="*/ 0 h 771627"/>
              <a:gd name="connsiteX2" fmla="*/ 1512000 w 1512000"/>
              <a:gd name="connsiteY2" fmla="*/ 0 h 771627"/>
              <a:gd name="connsiteX3" fmla="*/ 1512000 w 1512000"/>
              <a:gd name="connsiteY3" fmla="*/ 0 h 771627"/>
              <a:gd name="connsiteX4" fmla="*/ 1512000 w 1512000"/>
              <a:gd name="connsiteY4" fmla="*/ 771627 h 771627"/>
              <a:gd name="connsiteX5" fmla="*/ 1512000 w 1512000"/>
              <a:gd name="connsiteY5" fmla="*/ 771627 h 771627"/>
              <a:gd name="connsiteX6" fmla="*/ 0 w 1512000"/>
              <a:gd name="connsiteY6" fmla="*/ 771627 h 771627"/>
              <a:gd name="connsiteX7" fmla="*/ 0 w 1512000"/>
              <a:gd name="connsiteY7" fmla="*/ 771627 h 771627"/>
              <a:gd name="connsiteX8" fmla="*/ 0 w 1512000"/>
              <a:gd name="connsiteY8" fmla="*/ 0 h 771627"/>
              <a:gd name="connsiteX0" fmla="*/ 0 w 1512000"/>
              <a:gd name="connsiteY0" fmla="*/ 0 h 773722"/>
              <a:gd name="connsiteX1" fmla="*/ 0 w 1512000"/>
              <a:gd name="connsiteY1" fmla="*/ 0 h 773722"/>
              <a:gd name="connsiteX2" fmla="*/ 1512000 w 1512000"/>
              <a:gd name="connsiteY2" fmla="*/ 0 h 773722"/>
              <a:gd name="connsiteX3" fmla="*/ 1512000 w 1512000"/>
              <a:gd name="connsiteY3" fmla="*/ 0 h 773722"/>
              <a:gd name="connsiteX4" fmla="*/ 1512000 w 1512000"/>
              <a:gd name="connsiteY4" fmla="*/ 771627 h 773722"/>
              <a:gd name="connsiteX5" fmla="*/ 1512000 w 1512000"/>
              <a:gd name="connsiteY5" fmla="*/ 771627 h 773722"/>
              <a:gd name="connsiteX6" fmla="*/ 105139 w 1512000"/>
              <a:gd name="connsiteY6" fmla="*/ 773722 h 773722"/>
              <a:gd name="connsiteX7" fmla="*/ 0 w 1512000"/>
              <a:gd name="connsiteY7" fmla="*/ 771627 h 773722"/>
              <a:gd name="connsiteX8" fmla="*/ 0 w 1512000"/>
              <a:gd name="connsiteY8" fmla="*/ 771627 h 773722"/>
              <a:gd name="connsiteX9" fmla="*/ 0 w 1512000"/>
              <a:gd name="connsiteY9" fmla="*/ 0 h 773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12000" h="773722">
                <a:moveTo>
                  <a:pt x="0" y="0"/>
                </a:moveTo>
                <a:lnTo>
                  <a:pt x="0" y="0"/>
                </a:lnTo>
                <a:lnTo>
                  <a:pt x="1512000" y="0"/>
                </a:lnTo>
                <a:lnTo>
                  <a:pt x="1512000" y="0"/>
                </a:lnTo>
                <a:lnTo>
                  <a:pt x="1512000" y="771627"/>
                </a:lnTo>
                <a:lnTo>
                  <a:pt x="1512000" y="771627"/>
                </a:lnTo>
                <a:lnTo>
                  <a:pt x="105139" y="773722"/>
                </a:lnTo>
                <a:lnTo>
                  <a:pt x="0" y="771627"/>
                </a:lnTo>
                <a:lnTo>
                  <a:pt x="0" y="771627"/>
                </a:lnTo>
                <a:lnTo>
                  <a:pt x="0" y="0"/>
                </a:lnTo>
                <a:close/>
              </a:path>
            </a:pathLst>
          </a:custGeom>
          <a:solidFill>
            <a:srgbClr val="D9D9FF"/>
          </a:solidFill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Escreva aqui</a:t>
            </a:r>
          </a:p>
        </p:txBody>
      </p:sp>
      <p:sp>
        <p:nvSpPr>
          <p:cNvPr id="75" name="Retângulo: Cantos Arredondados 22">
            <a:extLst>
              <a:ext uri="{FF2B5EF4-FFF2-40B4-BE49-F238E27FC236}">
                <a16:creationId xmlns:a16="http://schemas.microsoft.com/office/drawing/2014/main" id="{D888063A-83A2-BBCC-7053-FD8DC254F18F}"/>
              </a:ext>
            </a:extLst>
          </p:cNvPr>
          <p:cNvSpPr/>
          <p:nvPr/>
        </p:nvSpPr>
        <p:spPr>
          <a:xfrm>
            <a:off x="7445025" y="3017777"/>
            <a:ext cx="1728000" cy="771627"/>
          </a:xfrm>
          <a:prstGeom prst="roundRect">
            <a:avLst>
              <a:gd name="adj" fmla="val 0"/>
            </a:avLst>
          </a:prstGeom>
          <a:solidFill>
            <a:srgbClr val="D9D9FF"/>
          </a:solidFill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Escreva aqui</a:t>
            </a:r>
          </a:p>
        </p:txBody>
      </p:sp>
      <p:sp>
        <p:nvSpPr>
          <p:cNvPr id="76" name="Retângulo: Cantos Arredondados 23">
            <a:extLst>
              <a:ext uri="{FF2B5EF4-FFF2-40B4-BE49-F238E27FC236}">
                <a16:creationId xmlns:a16="http://schemas.microsoft.com/office/drawing/2014/main" id="{64B18520-2717-927B-8FF3-5BED4496AFBB}"/>
              </a:ext>
            </a:extLst>
          </p:cNvPr>
          <p:cNvSpPr/>
          <p:nvPr/>
        </p:nvSpPr>
        <p:spPr>
          <a:xfrm>
            <a:off x="9607847" y="3017777"/>
            <a:ext cx="1728000" cy="771627"/>
          </a:xfrm>
          <a:prstGeom prst="roundRect">
            <a:avLst>
              <a:gd name="adj" fmla="val 0"/>
            </a:avLst>
          </a:prstGeom>
          <a:solidFill>
            <a:srgbClr val="D9D9FF"/>
          </a:solidFill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Escreva aqui</a:t>
            </a:r>
          </a:p>
        </p:txBody>
      </p:sp>
      <p:sp>
        <p:nvSpPr>
          <p:cNvPr id="77" name="Retângulo: Cantos Arredondados 40">
            <a:extLst>
              <a:ext uri="{FF2B5EF4-FFF2-40B4-BE49-F238E27FC236}">
                <a16:creationId xmlns:a16="http://schemas.microsoft.com/office/drawing/2014/main" id="{C2356DA2-142B-07DC-2E92-0A0AE56FB41F}"/>
              </a:ext>
            </a:extLst>
          </p:cNvPr>
          <p:cNvSpPr/>
          <p:nvPr/>
        </p:nvSpPr>
        <p:spPr>
          <a:xfrm>
            <a:off x="11770670" y="3017777"/>
            <a:ext cx="1728000" cy="771627"/>
          </a:xfrm>
          <a:prstGeom prst="roundRect">
            <a:avLst>
              <a:gd name="adj" fmla="val 0"/>
            </a:avLst>
          </a:prstGeom>
          <a:solidFill>
            <a:srgbClr val="D9D9FF"/>
          </a:solidFill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Escreva aqui</a:t>
            </a:r>
          </a:p>
        </p:txBody>
      </p:sp>
      <p:cxnSp>
        <p:nvCxnSpPr>
          <p:cNvPr id="78" name="Conector reto 3">
            <a:extLst>
              <a:ext uri="{FF2B5EF4-FFF2-40B4-BE49-F238E27FC236}">
                <a16:creationId xmlns:a16="http://schemas.microsoft.com/office/drawing/2014/main" id="{5538AB2E-E1D4-D70E-6035-BB4F025104D4}"/>
              </a:ext>
            </a:extLst>
          </p:cNvPr>
          <p:cNvCxnSpPr>
            <a:cxnSpLocks/>
            <a:stCxn id="72" idx="2"/>
            <a:endCxn id="76" idx="0"/>
          </p:cNvCxnSpPr>
          <p:nvPr/>
        </p:nvCxnSpPr>
        <p:spPr>
          <a:xfrm rot="16200000" flipH="1">
            <a:off x="8951828" y="1497758"/>
            <a:ext cx="769216" cy="2270822"/>
          </a:xfrm>
          <a:prstGeom prst="bentConnector3">
            <a:avLst>
              <a:gd name="adj1" fmla="val 50000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26">
            <a:extLst>
              <a:ext uri="{FF2B5EF4-FFF2-40B4-BE49-F238E27FC236}">
                <a16:creationId xmlns:a16="http://schemas.microsoft.com/office/drawing/2014/main" id="{009E855C-562F-955E-668B-0D9F915A563A}"/>
              </a:ext>
            </a:extLst>
          </p:cNvPr>
          <p:cNvCxnSpPr>
            <a:cxnSpLocks/>
          </p:cNvCxnSpPr>
          <p:nvPr/>
        </p:nvCxnSpPr>
        <p:spPr>
          <a:xfrm>
            <a:off x="8201025" y="2248561"/>
            <a:ext cx="0" cy="769216"/>
          </a:xfrm>
          <a:prstGeom prst="line">
            <a:avLst/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to 32">
            <a:extLst>
              <a:ext uri="{FF2B5EF4-FFF2-40B4-BE49-F238E27FC236}">
                <a16:creationId xmlns:a16="http://schemas.microsoft.com/office/drawing/2014/main" id="{77280D9F-3300-C98A-03EE-05C0D7491FD7}"/>
              </a:ext>
            </a:extLst>
          </p:cNvPr>
          <p:cNvCxnSpPr>
            <a:cxnSpLocks/>
            <a:stCxn id="72" idx="2"/>
            <a:endCxn id="77" idx="0"/>
          </p:cNvCxnSpPr>
          <p:nvPr/>
        </p:nvCxnSpPr>
        <p:spPr>
          <a:xfrm rot="16200000" flipH="1">
            <a:off x="10033239" y="416346"/>
            <a:ext cx="769216" cy="4433645"/>
          </a:xfrm>
          <a:prstGeom prst="bentConnector3">
            <a:avLst>
              <a:gd name="adj1" fmla="val 50000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35">
            <a:extLst>
              <a:ext uri="{FF2B5EF4-FFF2-40B4-BE49-F238E27FC236}">
                <a16:creationId xmlns:a16="http://schemas.microsoft.com/office/drawing/2014/main" id="{45F02E84-3BB9-D140-B956-165BDBD42EAB}"/>
              </a:ext>
            </a:extLst>
          </p:cNvPr>
          <p:cNvCxnSpPr>
            <a:cxnSpLocks/>
            <a:stCxn id="72" idx="2"/>
            <a:endCxn id="73" idx="0"/>
          </p:cNvCxnSpPr>
          <p:nvPr/>
        </p:nvCxnSpPr>
        <p:spPr>
          <a:xfrm rot="5400000">
            <a:off x="5707593" y="524345"/>
            <a:ext cx="769216" cy="4217648"/>
          </a:xfrm>
          <a:prstGeom prst="bentConnector3">
            <a:avLst>
              <a:gd name="adj1" fmla="val 50000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tângulo: Cantos Arredondados 50">
            <a:extLst>
              <a:ext uri="{FF2B5EF4-FFF2-40B4-BE49-F238E27FC236}">
                <a16:creationId xmlns:a16="http://schemas.microsoft.com/office/drawing/2014/main" id="{6E03A8E4-C6DA-218E-0A92-5B66F2E6EEC3}"/>
              </a:ext>
            </a:extLst>
          </p:cNvPr>
          <p:cNvSpPr/>
          <p:nvPr/>
        </p:nvSpPr>
        <p:spPr>
          <a:xfrm>
            <a:off x="3400177" y="4184821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Escreva aqui</a:t>
            </a:r>
          </a:p>
        </p:txBody>
      </p:sp>
      <p:sp>
        <p:nvSpPr>
          <p:cNvPr id="83" name="Retângulo: Cantos Arredondados 53">
            <a:extLst>
              <a:ext uri="{FF2B5EF4-FFF2-40B4-BE49-F238E27FC236}">
                <a16:creationId xmlns:a16="http://schemas.microsoft.com/office/drawing/2014/main" id="{53F7341F-DD64-323C-005B-D4AF470FB2C7}"/>
              </a:ext>
            </a:extLst>
          </p:cNvPr>
          <p:cNvSpPr/>
          <p:nvPr/>
        </p:nvSpPr>
        <p:spPr>
          <a:xfrm>
            <a:off x="3400177" y="5334199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Escreva aqui</a:t>
            </a:r>
          </a:p>
        </p:txBody>
      </p:sp>
      <p:sp>
        <p:nvSpPr>
          <p:cNvPr id="84" name="Retângulo: Cantos Arredondados 69">
            <a:extLst>
              <a:ext uri="{FF2B5EF4-FFF2-40B4-BE49-F238E27FC236}">
                <a16:creationId xmlns:a16="http://schemas.microsoft.com/office/drawing/2014/main" id="{0D7DD17A-2BE4-D3E0-D7CE-0B09B3345CAD}"/>
              </a:ext>
            </a:extLst>
          </p:cNvPr>
          <p:cNvSpPr/>
          <p:nvPr/>
        </p:nvSpPr>
        <p:spPr>
          <a:xfrm>
            <a:off x="5563057" y="4181685"/>
            <a:ext cx="1447117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Escreva aqui</a:t>
            </a:r>
          </a:p>
        </p:txBody>
      </p:sp>
      <p:sp>
        <p:nvSpPr>
          <p:cNvPr id="85" name="Retângulo: Cantos Arredondados 70">
            <a:extLst>
              <a:ext uri="{FF2B5EF4-FFF2-40B4-BE49-F238E27FC236}">
                <a16:creationId xmlns:a16="http://schemas.microsoft.com/office/drawing/2014/main" id="{74C89D9F-74CB-D9C8-3112-9CF6D7EB5E81}"/>
              </a:ext>
            </a:extLst>
          </p:cNvPr>
          <p:cNvSpPr/>
          <p:nvPr/>
        </p:nvSpPr>
        <p:spPr>
          <a:xfrm>
            <a:off x="5563046" y="5334198"/>
            <a:ext cx="1447117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Escreva aqui</a:t>
            </a:r>
          </a:p>
        </p:txBody>
      </p:sp>
      <p:sp>
        <p:nvSpPr>
          <p:cNvPr id="86" name="Retângulo: Cantos Arredondados 78">
            <a:extLst>
              <a:ext uri="{FF2B5EF4-FFF2-40B4-BE49-F238E27FC236}">
                <a16:creationId xmlns:a16="http://schemas.microsoft.com/office/drawing/2014/main" id="{4C7394F5-799F-89DF-C28D-8B78B4EB7BED}"/>
              </a:ext>
            </a:extLst>
          </p:cNvPr>
          <p:cNvSpPr/>
          <p:nvPr/>
        </p:nvSpPr>
        <p:spPr>
          <a:xfrm>
            <a:off x="7725800" y="4181685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Escreva aqui</a:t>
            </a:r>
          </a:p>
        </p:txBody>
      </p:sp>
      <p:sp>
        <p:nvSpPr>
          <p:cNvPr id="87" name="Retângulo: Cantos Arredondados 79">
            <a:extLst>
              <a:ext uri="{FF2B5EF4-FFF2-40B4-BE49-F238E27FC236}">
                <a16:creationId xmlns:a16="http://schemas.microsoft.com/office/drawing/2014/main" id="{961F52C3-E154-BA5F-48EF-374EB57F1D1B}"/>
              </a:ext>
            </a:extLst>
          </p:cNvPr>
          <p:cNvSpPr/>
          <p:nvPr/>
        </p:nvSpPr>
        <p:spPr>
          <a:xfrm>
            <a:off x="7725800" y="5334197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Escreva aqui</a:t>
            </a:r>
          </a:p>
        </p:txBody>
      </p:sp>
      <p:sp>
        <p:nvSpPr>
          <p:cNvPr id="88" name="Retângulo: Cantos Arredondados 83">
            <a:extLst>
              <a:ext uri="{FF2B5EF4-FFF2-40B4-BE49-F238E27FC236}">
                <a16:creationId xmlns:a16="http://schemas.microsoft.com/office/drawing/2014/main" id="{2D8DD482-5361-258C-8AA3-66FE6DE914BD}"/>
              </a:ext>
            </a:extLst>
          </p:cNvPr>
          <p:cNvSpPr/>
          <p:nvPr/>
        </p:nvSpPr>
        <p:spPr>
          <a:xfrm>
            <a:off x="9888647" y="4181685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Escreva aqui</a:t>
            </a:r>
          </a:p>
        </p:txBody>
      </p:sp>
      <p:sp>
        <p:nvSpPr>
          <p:cNvPr id="89" name="Retângulo: Cantos Arredondados 84">
            <a:extLst>
              <a:ext uri="{FF2B5EF4-FFF2-40B4-BE49-F238E27FC236}">
                <a16:creationId xmlns:a16="http://schemas.microsoft.com/office/drawing/2014/main" id="{03F6AB40-1D4A-C8CA-C589-D2F6CD1BE63E}"/>
              </a:ext>
            </a:extLst>
          </p:cNvPr>
          <p:cNvSpPr/>
          <p:nvPr/>
        </p:nvSpPr>
        <p:spPr>
          <a:xfrm>
            <a:off x="9888647" y="5334196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Escreva aqui</a:t>
            </a:r>
          </a:p>
        </p:txBody>
      </p:sp>
      <p:sp>
        <p:nvSpPr>
          <p:cNvPr id="90" name="Retângulo: Cantos Arredondados 88">
            <a:extLst>
              <a:ext uri="{FF2B5EF4-FFF2-40B4-BE49-F238E27FC236}">
                <a16:creationId xmlns:a16="http://schemas.microsoft.com/office/drawing/2014/main" id="{495D5453-1219-F43A-C9E8-73A10AC6BB51}"/>
              </a:ext>
            </a:extLst>
          </p:cNvPr>
          <p:cNvSpPr/>
          <p:nvPr/>
        </p:nvSpPr>
        <p:spPr>
          <a:xfrm>
            <a:off x="12051467" y="4175217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Escreva aqui</a:t>
            </a:r>
          </a:p>
        </p:txBody>
      </p:sp>
      <p:sp>
        <p:nvSpPr>
          <p:cNvPr id="91" name="Retângulo: Cantos Arredondados 89">
            <a:extLst>
              <a:ext uri="{FF2B5EF4-FFF2-40B4-BE49-F238E27FC236}">
                <a16:creationId xmlns:a16="http://schemas.microsoft.com/office/drawing/2014/main" id="{C4297ED8-B6E6-CFB0-C960-FAE70A60A52D}"/>
              </a:ext>
            </a:extLst>
          </p:cNvPr>
          <p:cNvSpPr/>
          <p:nvPr/>
        </p:nvSpPr>
        <p:spPr>
          <a:xfrm>
            <a:off x="12051467" y="5334195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Escreva aqui</a:t>
            </a:r>
          </a:p>
        </p:txBody>
      </p:sp>
      <p:sp>
        <p:nvSpPr>
          <p:cNvPr id="92" name="Retângulo: Cantos Arredondados 159">
            <a:extLst>
              <a:ext uri="{FF2B5EF4-FFF2-40B4-BE49-F238E27FC236}">
                <a16:creationId xmlns:a16="http://schemas.microsoft.com/office/drawing/2014/main" id="{B8DC42F8-F791-2DB3-473F-9F104E5CA588}"/>
              </a:ext>
            </a:extLst>
          </p:cNvPr>
          <p:cNvSpPr/>
          <p:nvPr/>
        </p:nvSpPr>
        <p:spPr>
          <a:xfrm>
            <a:off x="5563045" y="6486712"/>
            <a:ext cx="1447087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Escreva aqui</a:t>
            </a:r>
          </a:p>
        </p:txBody>
      </p:sp>
      <p:sp>
        <p:nvSpPr>
          <p:cNvPr id="93" name="Retângulo: Cantos Arredondados 160">
            <a:extLst>
              <a:ext uri="{FF2B5EF4-FFF2-40B4-BE49-F238E27FC236}">
                <a16:creationId xmlns:a16="http://schemas.microsoft.com/office/drawing/2014/main" id="{2B0C5F2C-DAF5-D70B-7DF0-424FDE074E2A}"/>
              </a:ext>
            </a:extLst>
          </p:cNvPr>
          <p:cNvSpPr/>
          <p:nvPr/>
        </p:nvSpPr>
        <p:spPr>
          <a:xfrm>
            <a:off x="5563045" y="7639226"/>
            <a:ext cx="1447068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Escreva aqui</a:t>
            </a:r>
          </a:p>
        </p:txBody>
      </p:sp>
      <p:sp>
        <p:nvSpPr>
          <p:cNvPr id="94" name="Retângulo: Cantos Arredondados 181">
            <a:extLst>
              <a:ext uri="{FF2B5EF4-FFF2-40B4-BE49-F238E27FC236}">
                <a16:creationId xmlns:a16="http://schemas.microsoft.com/office/drawing/2014/main" id="{E6E29C3A-1DD4-09BD-B05E-B2A4025E0147}"/>
              </a:ext>
            </a:extLst>
          </p:cNvPr>
          <p:cNvSpPr/>
          <p:nvPr/>
        </p:nvSpPr>
        <p:spPr>
          <a:xfrm>
            <a:off x="9888647" y="6486712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Escreva aqui</a:t>
            </a:r>
          </a:p>
        </p:txBody>
      </p:sp>
      <p:sp>
        <p:nvSpPr>
          <p:cNvPr id="95" name="Retângulo: Cantos Arredondados 182">
            <a:extLst>
              <a:ext uri="{FF2B5EF4-FFF2-40B4-BE49-F238E27FC236}">
                <a16:creationId xmlns:a16="http://schemas.microsoft.com/office/drawing/2014/main" id="{6336F62D-B783-9D9B-8F16-2807B5B477DE}"/>
              </a:ext>
            </a:extLst>
          </p:cNvPr>
          <p:cNvSpPr/>
          <p:nvPr/>
        </p:nvSpPr>
        <p:spPr>
          <a:xfrm>
            <a:off x="3400177" y="6486712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Escreva aqui</a:t>
            </a:r>
          </a:p>
        </p:txBody>
      </p:sp>
      <p:sp>
        <p:nvSpPr>
          <p:cNvPr id="96" name="Retângulo: Cantos Arredondados 183">
            <a:extLst>
              <a:ext uri="{FF2B5EF4-FFF2-40B4-BE49-F238E27FC236}">
                <a16:creationId xmlns:a16="http://schemas.microsoft.com/office/drawing/2014/main" id="{D34AE5D8-C980-D878-74A6-945572BD9FD8}"/>
              </a:ext>
            </a:extLst>
          </p:cNvPr>
          <p:cNvSpPr/>
          <p:nvPr/>
        </p:nvSpPr>
        <p:spPr>
          <a:xfrm>
            <a:off x="12051467" y="6486712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Escreva aqui</a:t>
            </a:r>
          </a:p>
        </p:txBody>
      </p:sp>
      <p:sp>
        <p:nvSpPr>
          <p:cNvPr id="97" name="Retângulo: Cantos Arredondados 220">
            <a:extLst>
              <a:ext uri="{FF2B5EF4-FFF2-40B4-BE49-F238E27FC236}">
                <a16:creationId xmlns:a16="http://schemas.microsoft.com/office/drawing/2014/main" id="{0037AB91-27A8-93CB-6CD9-C1FFE33C6955}"/>
              </a:ext>
            </a:extLst>
          </p:cNvPr>
          <p:cNvSpPr/>
          <p:nvPr/>
        </p:nvSpPr>
        <p:spPr>
          <a:xfrm>
            <a:off x="7725800" y="6488263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Escreva aqui</a:t>
            </a:r>
          </a:p>
        </p:txBody>
      </p:sp>
      <p:sp>
        <p:nvSpPr>
          <p:cNvPr id="98" name="Retângulo: Cantos Arredondados 350">
            <a:extLst>
              <a:ext uri="{FF2B5EF4-FFF2-40B4-BE49-F238E27FC236}">
                <a16:creationId xmlns:a16="http://schemas.microsoft.com/office/drawing/2014/main" id="{2993DF6D-666C-D5C8-C0D0-E8EF73497C3B}"/>
              </a:ext>
            </a:extLst>
          </p:cNvPr>
          <p:cNvSpPr/>
          <p:nvPr/>
        </p:nvSpPr>
        <p:spPr>
          <a:xfrm>
            <a:off x="3400310" y="7639226"/>
            <a:ext cx="1447068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Escreva aqui</a:t>
            </a:r>
          </a:p>
        </p:txBody>
      </p:sp>
      <p:sp>
        <p:nvSpPr>
          <p:cNvPr id="99" name="Retângulo: Cantos Arredondados 351">
            <a:extLst>
              <a:ext uri="{FF2B5EF4-FFF2-40B4-BE49-F238E27FC236}">
                <a16:creationId xmlns:a16="http://schemas.microsoft.com/office/drawing/2014/main" id="{A6176645-A66E-BCDE-1EF0-D9078FD13131}"/>
              </a:ext>
            </a:extLst>
          </p:cNvPr>
          <p:cNvSpPr/>
          <p:nvPr/>
        </p:nvSpPr>
        <p:spPr>
          <a:xfrm>
            <a:off x="7725780" y="7639226"/>
            <a:ext cx="1447068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Escreva aqui</a:t>
            </a:r>
          </a:p>
        </p:txBody>
      </p:sp>
      <p:sp>
        <p:nvSpPr>
          <p:cNvPr id="100" name="Retângulo: Cantos Arredondados 352">
            <a:extLst>
              <a:ext uri="{FF2B5EF4-FFF2-40B4-BE49-F238E27FC236}">
                <a16:creationId xmlns:a16="http://schemas.microsoft.com/office/drawing/2014/main" id="{ED210B91-64CC-C8E4-4955-C89334ABA234}"/>
              </a:ext>
            </a:extLst>
          </p:cNvPr>
          <p:cNvSpPr/>
          <p:nvPr/>
        </p:nvSpPr>
        <p:spPr>
          <a:xfrm>
            <a:off x="9889551" y="7639226"/>
            <a:ext cx="1447068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Escreva aqui</a:t>
            </a:r>
          </a:p>
        </p:txBody>
      </p:sp>
      <p:sp>
        <p:nvSpPr>
          <p:cNvPr id="101" name="Retângulo: Cantos Arredondados 353">
            <a:extLst>
              <a:ext uri="{FF2B5EF4-FFF2-40B4-BE49-F238E27FC236}">
                <a16:creationId xmlns:a16="http://schemas.microsoft.com/office/drawing/2014/main" id="{9071B34D-1E78-2FB4-9517-47C59F4AF0BD}"/>
              </a:ext>
            </a:extLst>
          </p:cNvPr>
          <p:cNvSpPr/>
          <p:nvPr/>
        </p:nvSpPr>
        <p:spPr>
          <a:xfrm>
            <a:off x="12051599" y="7639226"/>
            <a:ext cx="1447068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Escreva aqui</a:t>
            </a:r>
          </a:p>
        </p:txBody>
      </p:sp>
    </p:spTree>
    <p:extLst>
      <p:ext uri="{BB962C8B-B14F-4D97-AF65-F5344CB8AC3E}">
        <p14:creationId xmlns:p14="http://schemas.microsoft.com/office/powerpoint/2010/main" val="2514136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31F1A57F-B079-0C77-EAEE-453099C0B5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599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172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a 7">
            <a:extLst>
              <a:ext uri="{FF2B5EF4-FFF2-40B4-BE49-F238E27FC236}">
                <a16:creationId xmlns:a16="http://schemas.microsoft.com/office/drawing/2014/main" id="{38954FB0-0654-4894-818C-FCA1A70546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672384"/>
              </p:ext>
            </p:extLst>
          </p:nvPr>
        </p:nvGraphicFramePr>
        <p:xfrm>
          <a:off x="977505" y="1861106"/>
          <a:ext cx="14472000" cy="693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2000">
                  <a:extLst>
                    <a:ext uri="{9D8B030D-6E8A-4147-A177-3AD203B41FA5}">
                      <a16:colId xmlns:a16="http://schemas.microsoft.com/office/drawing/2014/main" val="3416975732"/>
                    </a:ext>
                  </a:extLst>
                </a:gridCol>
                <a:gridCol w="2412000">
                  <a:extLst>
                    <a:ext uri="{9D8B030D-6E8A-4147-A177-3AD203B41FA5}">
                      <a16:colId xmlns:a16="http://schemas.microsoft.com/office/drawing/2014/main" val="3533508473"/>
                    </a:ext>
                  </a:extLst>
                </a:gridCol>
                <a:gridCol w="2412000">
                  <a:extLst>
                    <a:ext uri="{9D8B030D-6E8A-4147-A177-3AD203B41FA5}">
                      <a16:colId xmlns:a16="http://schemas.microsoft.com/office/drawing/2014/main" val="3611004885"/>
                    </a:ext>
                  </a:extLst>
                </a:gridCol>
                <a:gridCol w="2412000">
                  <a:extLst>
                    <a:ext uri="{9D8B030D-6E8A-4147-A177-3AD203B41FA5}">
                      <a16:colId xmlns:a16="http://schemas.microsoft.com/office/drawing/2014/main" val="787155938"/>
                    </a:ext>
                  </a:extLst>
                </a:gridCol>
                <a:gridCol w="2412000">
                  <a:extLst>
                    <a:ext uri="{9D8B030D-6E8A-4147-A177-3AD203B41FA5}">
                      <a16:colId xmlns:a16="http://schemas.microsoft.com/office/drawing/2014/main" val="4033668236"/>
                    </a:ext>
                  </a:extLst>
                </a:gridCol>
                <a:gridCol w="2412000">
                  <a:extLst>
                    <a:ext uri="{9D8B030D-6E8A-4147-A177-3AD203B41FA5}">
                      <a16:colId xmlns:a16="http://schemas.microsoft.com/office/drawing/2014/main" val="2655271100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600" b="1" dirty="0">
                          <a:solidFill>
                            <a:srgbClr val="19266B"/>
                          </a:solidFill>
                        </a:rPr>
                        <a:t>Sprint 1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600" b="1" dirty="0">
                          <a:solidFill>
                            <a:srgbClr val="19266B"/>
                          </a:solidFill>
                        </a:rPr>
                        <a:t>(data início – data fim)</a:t>
                      </a:r>
                      <a:endParaRPr sz="1600" b="1" dirty="0">
                        <a:solidFill>
                          <a:srgbClr val="19266B"/>
                        </a:solidFill>
                      </a:endParaRPr>
                    </a:p>
                  </a:txBody>
                  <a:tcPr marL="72000" marR="72000" marT="72000" marB="72000" anchor="ctr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600" b="1" kern="1200" dirty="0">
                          <a:solidFill>
                            <a:srgbClr val="19266B"/>
                          </a:solidFill>
                          <a:latin typeface="+mn-lt"/>
                          <a:ea typeface="+mn-ea"/>
                          <a:cs typeface="+mn-cs"/>
                        </a:rPr>
                        <a:t>Sprint 2</a:t>
                      </a:r>
                    </a:p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/>
                      </a:pPr>
                      <a:r>
                        <a:rPr lang="pt-BR" sz="1600" b="1" dirty="0">
                          <a:solidFill>
                            <a:srgbClr val="19266B"/>
                          </a:solidFill>
                        </a:rPr>
                        <a:t>(data início – data fim)</a:t>
                      </a:r>
                    </a:p>
                  </a:txBody>
                  <a:tcPr marL="72000" marR="72000" marT="72000" marB="72000" anchor="ctr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/>
                      </a:pPr>
                      <a:r>
                        <a:rPr lang="pt-BR" sz="1600" b="1" kern="1200" dirty="0">
                          <a:solidFill>
                            <a:srgbClr val="19266B"/>
                          </a:solidFill>
                          <a:latin typeface="+mn-lt"/>
                          <a:ea typeface="+mn-ea"/>
                          <a:cs typeface="+mn-cs"/>
                        </a:rPr>
                        <a:t>Sprint 3</a:t>
                      </a:r>
                    </a:p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/>
                      </a:pPr>
                      <a:r>
                        <a:rPr lang="pt-BR" sz="1600" b="1" dirty="0">
                          <a:solidFill>
                            <a:srgbClr val="19266B"/>
                          </a:solidFill>
                        </a:rPr>
                        <a:t>(data início – data fim)</a:t>
                      </a:r>
                    </a:p>
                  </a:txBody>
                  <a:tcPr marL="72000" marR="72000" marT="72000" marB="72000" anchor="ctr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/>
                      </a:pPr>
                      <a:r>
                        <a:rPr lang="pt-BR" sz="1600" b="1" kern="1200" dirty="0">
                          <a:solidFill>
                            <a:srgbClr val="19266B"/>
                          </a:solidFill>
                          <a:latin typeface="+mn-lt"/>
                          <a:ea typeface="+mn-ea"/>
                          <a:cs typeface="+mn-cs"/>
                        </a:rPr>
                        <a:t>Sprint 4</a:t>
                      </a:r>
                    </a:p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/>
                      </a:pPr>
                      <a:r>
                        <a:rPr lang="pt-BR" sz="1600" b="1" dirty="0">
                          <a:solidFill>
                            <a:srgbClr val="19266B"/>
                          </a:solidFill>
                        </a:rPr>
                        <a:t>(data início – data fim)</a:t>
                      </a:r>
                    </a:p>
                  </a:txBody>
                  <a:tcPr marL="72000" marR="72000" marT="72000" marB="72000" anchor="ctr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/>
                      </a:pPr>
                      <a:r>
                        <a:rPr lang="pt-BR" sz="1600" b="1" kern="1200" dirty="0">
                          <a:solidFill>
                            <a:srgbClr val="19266B"/>
                          </a:solidFill>
                          <a:latin typeface="+mn-lt"/>
                          <a:ea typeface="+mn-ea"/>
                          <a:cs typeface="+mn-cs"/>
                        </a:rPr>
                        <a:t>Sprint 5</a:t>
                      </a:r>
                    </a:p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/>
                      </a:pPr>
                      <a:r>
                        <a:rPr lang="pt-BR" sz="1600" b="1" dirty="0">
                          <a:solidFill>
                            <a:srgbClr val="19266B"/>
                          </a:solidFill>
                        </a:rPr>
                        <a:t>(data início – data fim)</a:t>
                      </a:r>
                    </a:p>
                  </a:txBody>
                  <a:tcPr marL="72000" marR="72000" marT="72000" marB="72000" anchor="ctr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/>
                      </a:pPr>
                      <a:r>
                        <a:rPr lang="pt-BR" sz="1600" b="1" kern="1200" dirty="0">
                          <a:solidFill>
                            <a:srgbClr val="19266B"/>
                          </a:solidFill>
                          <a:latin typeface="+mn-lt"/>
                          <a:ea typeface="+mn-ea"/>
                          <a:cs typeface="+mn-cs"/>
                        </a:rPr>
                        <a:t>Sprint 6</a:t>
                      </a:r>
                    </a:p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/>
                      </a:pPr>
                      <a:r>
                        <a:rPr lang="pt-BR" sz="1600" b="1" dirty="0">
                          <a:solidFill>
                            <a:srgbClr val="19266B"/>
                          </a:solidFill>
                        </a:rPr>
                        <a:t>(data início – data fim)</a:t>
                      </a:r>
                    </a:p>
                  </a:txBody>
                  <a:tcPr marL="72000" marR="72000" marT="72000" marB="72000" anchor="ctr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659941"/>
                  </a:ext>
                </a:extLst>
              </a:tr>
              <a:tr h="63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2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Escreva aqui</a:t>
                      </a:r>
                      <a:endParaRPr sz="125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marL="72000" marR="72000" marT="72000" marB="72000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80160" rtl="0" eaLnBrk="1" fontAlgn="auto" latinLnBrk="0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/>
                      </a:pPr>
                      <a:r>
                        <a:rPr lang="pt-BR" sz="12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Escreva aqui</a:t>
                      </a:r>
                    </a:p>
                  </a:txBody>
                  <a:tcPr marL="72000" marR="72000" marT="72000" marB="72000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80160" rtl="0" eaLnBrk="1" fontAlgn="auto" latinLnBrk="0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/>
                      </a:pPr>
                      <a:r>
                        <a:rPr lang="pt-BR" sz="12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Escreva aqui</a:t>
                      </a:r>
                    </a:p>
                  </a:txBody>
                  <a:tcPr marL="72000" marR="72000" marT="72000" marB="72000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80160" rtl="0" eaLnBrk="1" fontAlgn="auto" latinLnBrk="0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/>
                      </a:pPr>
                      <a:r>
                        <a:rPr lang="pt-BR" sz="12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Escreva aqui</a:t>
                      </a:r>
                    </a:p>
                  </a:txBody>
                  <a:tcPr marL="72000" marR="72000" marT="72000" marB="72000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80160" rtl="0" eaLnBrk="1" fontAlgn="auto" latinLnBrk="0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/>
                      </a:pPr>
                      <a:r>
                        <a:rPr lang="pt-BR" sz="12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Escreva aqui</a:t>
                      </a:r>
                    </a:p>
                  </a:txBody>
                  <a:tcPr marL="72000" marR="72000" marT="72000" marB="72000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80160" rtl="0" eaLnBrk="1" fontAlgn="auto" latinLnBrk="0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/>
                      </a:pPr>
                      <a:r>
                        <a:rPr lang="pt-BR" sz="12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Escreva aqui</a:t>
                      </a:r>
                    </a:p>
                  </a:txBody>
                  <a:tcPr marL="72000" marR="72000" marT="72000" marB="72000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211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3768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4EAED0D-79DB-4BDE-9E80-E5B68F832B5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28688" y="1747838"/>
            <a:ext cx="14544674" cy="7127989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3936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4114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2BF38C8E-E323-406E-A5DA-C0E53FA8A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62960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189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F7FFF7-0231-4EE2-80F2-F6CCED02B3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1092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3153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1">
            <a:extLst>
              <a:ext uri="{FF2B5EF4-FFF2-40B4-BE49-F238E27FC236}">
                <a16:creationId xmlns:a16="http://schemas.microsoft.com/office/drawing/2014/main" id="{C8A98C7A-BAE4-4DD1-9E86-6025D146E1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4868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EBB9E76C-9781-4241-9EA6-1A9699B5FA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1016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37498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1">
            <a:extLst>
              <a:ext uri="{FF2B5EF4-FFF2-40B4-BE49-F238E27FC236}">
                <a16:creationId xmlns:a16="http://schemas.microsoft.com/office/drawing/2014/main" id="{A46847EC-883E-4593-9D15-4DF2EAA68A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9086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64862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17D4367-E0D2-44DA-A196-5C864DD444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7121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378000"/>
      </p:ext>
    </p:extLst>
  </p:cSld>
  <p:clrMapOvr>
    <a:masterClrMapping/>
  </p:clrMapOvr>
</p:sld>
</file>

<file path=ppt/theme/theme1.xml><?xml version="1.0" encoding="utf-8"?>
<a:theme xmlns:a="http://schemas.openxmlformats.org/drawingml/2006/main" name="Extensionista_Mapa_de_Empatia">
  <a:themeElements>
    <a:clrScheme name="Personalizada 8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4925">
          <a:noFill/>
        </a:ln>
      </a:spPr>
      <a:bodyPr lIns="0" tIns="0" rIns="0" bIns="0" rtlCol="0" anchor="t"/>
      <a:lstStyle>
        <a:defPPr algn="l">
          <a:lnSpc>
            <a:spcPct val="100000"/>
          </a:lnSpc>
          <a:defRPr sz="1600" b="1" spc="50" dirty="0" smtClean="0">
            <a:solidFill>
              <a:srgbClr val="19266B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 w="9525">
          <a:solidFill>
            <a:srgbClr val="4B00DC"/>
          </a:solidFill>
        </a:ln>
      </a:spPr>
      <a:bodyPr wrap="square" lIns="72000" tIns="72000" rIns="72000" bIns="72000" rtlCol="0" anchor="ctr" anchorCtr="0">
        <a:spAutoFit/>
      </a:bodyPr>
      <a:lstStyle>
        <a:defPPr algn="ctr" fontAlgn="base">
          <a:lnSpc>
            <a:spcPts val="2400"/>
          </a:lnSpc>
          <a:defRPr sz="2000" b="0" kern="1800" spc="-10" baseline="0" dirty="0" smtClean="0">
            <a:solidFill>
              <a:srgbClr val="4B00DC"/>
            </a:solidFill>
            <a:effectLst/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xtensionista_Mapa_de_Empatia" id="{1E0A14DB-EACD-4C09-970D-9B74786C02BA}" vid="{A356B5F9-4AF9-4532-8AB7-0B7F924627A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B80C79D672AC42A1970465DFBE826F" ma:contentTypeVersion="15" ma:contentTypeDescription="Crie um novo documento." ma:contentTypeScope="" ma:versionID="2eefaa1e6d6c44dc16da2b9d163c9050">
  <xsd:schema xmlns:xsd="http://www.w3.org/2001/XMLSchema" xmlns:xs="http://www.w3.org/2001/XMLSchema" xmlns:p="http://schemas.microsoft.com/office/2006/metadata/properties" xmlns:ns3="6439f31e-650a-4110-90ce-dedea4761958" xmlns:ns4="0c1d693f-504f-4903-8fa4-fc4240ce4f11" targetNamespace="http://schemas.microsoft.com/office/2006/metadata/properties" ma:root="true" ma:fieldsID="0d3e9c37c1323d55a0c2b9c866021e93" ns3:_="" ns4:_="">
    <xsd:import namespace="6439f31e-650a-4110-90ce-dedea4761958"/>
    <xsd:import namespace="0c1d693f-504f-4903-8fa4-fc4240ce4f1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9f31e-650a-4110-90ce-dedea47619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1d693f-504f-4903-8fa4-fc4240ce4f1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439f31e-650a-4110-90ce-dedea4761958" xsi:nil="true"/>
  </documentManagement>
</p:properties>
</file>

<file path=customXml/itemProps1.xml><?xml version="1.0" encoding="utf-8"?>
<ds:datastoreItem xmlns:ds="http://schemas.openxmlformats.org/officeDocument/2006/customXml" ds:itemID="{F16D510D-55C7-43E2-BA4A-72786699A1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4840938-E05E-4C2F-BC8B-C9AED83822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39f31e-650a-4110-90ce-dedea4761958"/>
    <ds:schemaRef ds:uri="0c1d693f-504f-4903-8fa4-fc4240ce4f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C5DC577-20A1-4512-B4E1-28F0CC21B7A7}">
  <ds:schemaRefs>
    <ds:schemaRef ds:uri="http://purl.org/dc/elements/1.1/"/>
    <ds:schemaRef ds:uri="http://schemas.microsoft.com/office/2006/metadata/properties"/>
    <ds:schemaRef ds:uri="6439f31e-650a-4110-90ce-dedea4761958"/>
    <ds:schemaRef ds:uri="http://purl.org/dc/terms/"/>
    <ds:schemaRef ds:uri="http://schemas.microsoft.com/office/2006/documentManagement/types"/>
    <ds:schemaRef ds:uri="http://purl.org/dc/dcmitype/"/>
    <ds:schemaRef ds:uri="0c1d693f-504f-4903-8fa4-fc4240ce4f11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Extensionista_Mapa_de_Empatia</Template>
  <TotalTime>2080</TotalTime>
  <Words>118</Words>
  <Application>Microsoft Office PowerPoint</Application>
  <PresentationFormat>Personalizar</PresentationFormat>
  <Paragraphs>44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6" baseType="lpstr">
      <vt:lpstr>Arial</vt:lpstr>
      <vt:lpstr>Calibri</vt:lpstr>
      <vt:lpstr>Extensionista_Mapa_de_Empatia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Rafaela Boletti Duraes Souto</dc:creator>
  <cp:lastModifiedBy>Amanda Farias Hamermuller</cp:lastModifiedBy>
  <cp:revision>251</cp:revision>
  <dcterms:created xsi:type="dcterms:W3CDTF">2024-07-05T13:08:06Z</dcterms:created>
  <dcterms:modified xsi:type="dcterms:W3CDTF">2025-05-06T17:23:03Z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0x010100D0B80C79D672AC42A1970465DFBE826F</vt:lpwstr>
  </property>
  <property fmtid="{D5CDD505-2E9C-101B-9397-08002B2CF9AE}" pid="3" name="MSIP_Label_086c2b39-4223-4d15-bcb9-787ea17e6435_Enabled">
    <vt:lpwstr>true</vt:lpwstr>
  </property>
  <property fmtid="{D5CDD505-2E9C-101B-9397-08002B2CF9AE}" pid="4" name="MSIP_Label_086c2b39-4223-4d15-bcb9-787ea17e6435_SetDate">
    <vt:lpwstr>2025-05-06T17:22:46Z</vt:lpwstr>
  </property>
  <property fmtid="{D5CDD505-2E9C-101B-9397-08002B2CF9AE}" pid="5" name="MSIP_Label_086c2b39-4223-4d15-bcb9-787ea17e6435_Method">
    <vt:lpwstr>Standard</vt:lpwstr>
  </property>
  <property fmtid="{D5CDD505-2E9C-101B-9397-08002B2CF9AE}" pid="6" name="MSIP_Label_086c2b39-4223-4d15-bcb9-787ea17e6435_Name">
    <vt:lpwstr>086c2b39-4223-4d15-bcb9-787ea17e6435</vt:lpwstr>
  </property>
  <property fmtid="{D5CDD505-2E9C-101B-9397-08002B2CF9AE}" pid="7" name="MSIP_Label_086c2b39-4223-4d15-bcb9-787ea17e6435_SiteId">
    <vt:lpwstr>7575b092-fc5f-4f6c-b7a5-9e9ef7aca80d</vt:lpwstr>
  </property>
  <property fmtid="{D5CDD505-2E9C-101B-9397-08002B2CF9AE}" pid="8" name="MSIP_Label_086c2b39-4223-4d15-bcb9-787ea17e6435_ActionId">
    <vt:lpwstr>02c751c6-fc0f-4f1e-8b68-a0c9463ff573</vt:lpwstr>
  </property>
  <property fmtid="{D5CDD505-2E9C-101B-9397-08002B2CF9AE}" pid="9" name="MSIP_Label_086c2b39-4223-4d15-bcb9-787ea17e6435_ContentBits">
    <vt:lpwstr>0</vt:lpwstr>
  </property>
  <property fmtid="{D5CDD505-2E9C-101B-9397-08002B2CF9AE}" pid="10" name="MSIP_Label_086c2b39-4223-4d15-bcb9-787ea17e6435_Tag">
    <vt:lpwstr>10, 3, 0, 1</vt:lpwstr>
  </property>
</Properties>
</file>