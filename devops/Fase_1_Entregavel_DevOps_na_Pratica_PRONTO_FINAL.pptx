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7"/>
  </p:notesMasterIdLst>
  <p:handoutMasterIdLst>
    <p:handoutMasterId r:id="rId18"/>
  </p:handoutMasterIdLst>
  <p:sldIdLst>
    <p:sldId id="288" r:id="rId5"/>
    <p:sldId id="301" r:id="rId7"/>
    <p:sldId id="302" r:id="rId8"/>
    <p:sldId id="326" r:id="rId9"/>
    <p:sldId id="327" r:id="rId10"/>
    <p:sldId id="293" r:id="rId11"/>
    <p:sldId id="304" r:id="rId12"/>
    <p:sldId id="321" r:id="rId13"/>
    <p:sldId id="323" r:id="rId14"/>
    <p:sldId id="324" r:id="rId15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326"/>
            <p14:sldId id="327"/>
            <p14:sldId id="293"/>
            <p14:sldId id="304"/>
            <p14:sldId id="321"/>
            <p14:sldId id="323"/>
            <p14:sldId id="324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a Boletti Duraes Souto" initials="RBDS" lastIdx="0" clrIdx="0">
    <p:extLst>
      <p:ext uri="{19B8F6BF-5375-455C-9EA6-DF929625EA0E}">
        <p15:presenceInfo xmlns:p15="http://schemas.microsoft.com/office/powerpoint/2012/main" userId="S-1-5-21-602162358-1580818891-839522115-2801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59B"/>
    <a:srgbClr val="C3A77A"/>
    <a:srgbClr val="9E7E54"/>
    <a:srgbClr val="AE9780"/>
    <a:srgbClr val="9999FF"/>
    <a:srgbClr val="85677A"/>
    <a:srgbClr val="A87F6E"/>
    <a:srgbClr val="EEEEFC"/>
    <a:srgbClr val="19266B"/>
    <a:srgbClr val="393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91704" autoAdjust="0"/>
  </p:normalViewPr>
  <p:slideViewPr>
    <p:cSldViewPr snapToGrid="0">
      <p:cViewPr varScale="1">
        <p:scale>
          <a:sx n="41" d="100"/>
          <a:sy n="41" d="100"/>
        </p:scale>
        <p:origin x="108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1BE0BE59-C17C-45AB-ACC7-F48B4A5A56F5}"/>
    <pc:docChg chg="undo redo custSel addSld delSld modSld modMainMaster modSection">
      <pc:chgData name="Rafaela Boletti Duraes Souto" userId="78f52f2a-2d51-4833-a638-c8c75f30638a" providerId="ADAL" clId="{1BE0BE59-C17C-45AB-ACC7-F48B4A5A56F5}" dt="2025-05-06T16:52:06.924" v="568" actId="20577"/>
      <pc:docMkLst>
        <pc:docMk/>
      </pc:docMkLst>
      <pc:sldChg chg="addSp delSp modSp addCm delCm">
        <pc:chgData name="Rafaela Boletti Duraes Souto" userId="78f52f2a-2d51-4833-a638-c8c75f30638a" providerId="ADAL" clId="{1BE0BE59-C17C-45AB-ACC7-F48B4A5A56F5}" dt="2025-05-06T16:50:16.345" v="550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2" creationId="{0796DCB6-D43A-4EB7-8614-1476A7E4B4E8}"/>
          </ac:spMkLst>
        </pc:spChg>
        <pc:spChg chg="del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3" creationId="{2A21E794-B8F1-4074-A736-C3EC5824ADE5}"/>
          </ac:spMkLst>
        </pc:spChg>
        <pc:spChg chg="del mod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3" creationId="{A6A00772-47B3-4E87-A9DE-3AF749816E28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4" creationId="{99953F9D-45B2-465B-9CE1-EE982C63267B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5" creationId="{83C239BC-4C5B-4BF8-86D9-CC9E7C2D15B3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6" creationId="{176D5A7D-3D70-44FA-9B51-6A4DC68A1672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7" creationId="{36DADCD3-3ED2-4FA2-9CDA-99E14CBA19F9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8" creationId="{D3BA9835-719A-4C5A-BBFD-EE7FF6D1497D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9" creationId="{97D229F4-AC1B-4054-B009-72710EB1FEB2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2.687" v="551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2" creationId="{B1C23B81-E62A-4DBE-B9A9-C4B80D49122D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2" creationId="{E0EA881E-EB7A-4C5A-8748-8FBD05FD2253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3" creationId="{55F43A20-997C-4DAE-896A-15E1342BC0A2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4" creationId="{0BAFBE25-ED8F-462A-87AD-D566434394D9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5" creationId="{CDD10D65-F371-45BE-BD32-56BB78E19136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6" creationId="{8342F982-D74A-4D7B-A3D6-DCC522151EC2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7" creationId="{43400FF5-A2FC-4FFB-89AC-026C4D85A1EF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8" creationId="{60249443-232F-458E-9DF2-AEFA59C24AF4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9" creationId="{CD7F1B20-EED5-4BDE-9113-94EB5D77E000}"/>
          </ac:spMkLst>
        </pc:spChg>
      </pc:sldChg>
      <pc:sldChg chg="addSp delSp modSp del">
        <pc:chgData name="Rafaela Boletti Duraes Souto" userId="78f52f2a-2d51-4833-a638-c8c75f30638a" providerId="ADAL" clId="{1BE0BE59-C17C-45AB-ACC7-F48B4A5A56F5}" dt="2025-05-06T16:47:09.053" v="484" actId="2696"/>
        <pc:sldMkLst>
          <pc:docMk/>
          <pc:sldMk cId="4250345591" sldId="322"/>
        </pc:sldMkLst>
        <pc:spChg chg="add del mod">
          <ac:chgData name="Rafaela Boletti Duraes Souto" userId="78f52f2a-2d51-4833-a638-c8c75f30638a" providerId="ADAL" clId="{1BE0BE59-C17C-45AB-ACC7-F48B4A5A56F5}" dt="2025-05-05T12:07:59.474" v="447"/>
          <ac:spMkLst>
            <pc:docMk/>
            <pc:sldMk cId="4250345591" sldId="322"/>
            <ac:spMk id="2" creationId="{BECDCCDE-7B29-4D17-A9D4-AD504C8C42C1}"/>
          </ac:spMkLst>
        </pc:spChg>
        <pc:spChg chg="add del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3" creationId="{56A9B5B9-DDC1-4A79-AEDC-BA84A022BEF8}"/>
          </ac:spMkLst>
        </pc:spChg>
        <pc:spChg chg="add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4" creationId="{48FD5BE3-8135-4CE6-A546-C928937C45CE}"/>
          </ac:spMkLst>
        </pc:spChg>
        <pc:spChg chg="del">
          <ac:chgData name="Rafaela Boletti Duraes Souto" userId="78f52f2a-2d51-4833-a638-c8c75f30638a" providerId="ADAL" clId="{1BE0BE59-C17C-45AB-ACC7-F48B4A5A56F5}" dt="2025-05-05T11:42:23.369" v="201"/>
          <ac:spMkLst>
            <pc:docMk/>
            <pc:sldMk cId="4250345591" sldId="322"/>
            <ac:spMk id="5" creationId="{11CEC448-03FF-4078-9793-DF971F9A625D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7.507" v="552"/>
        <pc:sldMkLst>
          <pc:docMk/>
          <pc:sldMk cId="3297169908" sldId="324"/>
        </pc:sldMkLst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2" creationId="{10AAEE1E-24CB-4CA6-848A-9AF9798EED56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3" creationId="{3E120464-6849-45E5-BCA4-D72C557D9420}"/>
          </ac:spMkLst>
        </pc:spChg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3" creationId="{DBCB373E-49C6-4796-8186-26B680D0CB1E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4" creationId="{9F6DC4D2-6A4F-480F-94C9-10A02F0DE587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5" creationId="{191E6475-5612-425D-A8AA-CE23977F83DD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6" creationId="{99DD9AD1-C9E5-4B3F-ABDC-AB47C3C58CB4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7" creationId="{C838761C-AF09-4F33-B136-9717CF6C77CF}"/>
          </ac:spMkLst>
        </pc:spChg>
      </pc:sldChg>
      <pc:sldChg chg="add del">
        <pc:chgData name="Rafaela Boletti Duraes Souto" userId="78f52f2a-2d51-4833-a638-c8c75f30638a" providerId="ADAL" clId="{1BE0BE59-C17C-45AB-ACC7-F48B4A5A56F5}" dt="2025-05-05T12:07:50.272" v="444"/>
        <pc:sldMkLst>
          <pc:docMk/>
          <pc:sldMk cId="1730374602" sldId="328"/>
        </pc:sldMkLst>
      </pc:sldChg>
      <pc:sldMasterChg chg="delSldLayout modSldLayout">
        <pc:chgData name="Rafaela Boletti Duraes Souto" userId="78f52f2a-2d51-4833-a638-c8c75f30638a" providerId="ADAL" clId="{1BE0BE59-C17C-45AB-ACC7-F48B4A5A56F5}" dt="2025-05-06T16:52:06.924" v="568" actId="20577"/>
        <pc:sldMasterMkLst>
          <pc:docMk/>
          <pc:sldMasterMk cId="1747979782" sldId="2147483665"/>
        </pc:sldMasterMkLst>
        <pc:sldLayoutChg chg="modSp">
          <pc:chgData name="Rafaela Boletti Duraes Souto" userId="78f52f2a-2d51-4833-a638-c8c75f30638a" providerId="ADAL" clId="{1BE0BE59-C17C-45AB-ACC7-F48B4A5A56F5}" dt="2025-05-05T11:33:50.393" v="152" actId="6549"/>
          <pc:sldLayoutMkLst>
            <pc:docMk/>
            <pc:sldMasterMk cId="1747979782" sldId="2147483665"/>
            <pc:sldLayoutMk cId="1710461186" sldId="2147483706"/>
          </pc:sldLayoutMkLst>
          <pc:spChg chg="mod">
            <ac:chgData name="Rafaela Boletti Duraes Souto" userId="78f52f2a-2d51-4833-a638-c8c75f30638a" providerId="ADAL" clId="{1BE0BE59-C17C-45AB-ACC7-F48B4A5A56F5}" dt="2025-05-05T11:33:50.393" v="152" actId="6549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</pc:sldLayoutChg>
        <pc:sldLayoutChg chg="addSp delSp modSp">
          <pc:chgData name="Rafaela Boletti Duraes Souto" userId="78f52f2a-2d51-4833-a638-c8c75f30638a" providerId="ADAL" clId="{1BE0BE59-C17C-45AB-ACC7-F48B4A5A56F5}" dt="2025-05-05T12:43:18.213" v="477" actId="20577"/>
          <pc:sldLayoutMkLst>
            <pc:docMk/>
            <pc:sldMasterMk cId="1747979782" sldId="2147483665"/>
            <pc:sldLayoutMk cId="1087986744" sldId="2147483728"/>
          </pc:sldLayoutMkLst>
          <pc:spChg chg="del mod">
            <ac:chgData name="Rafaela Boletti Duraes Souto" userId="78f52f2a-2d51-4833-a638-c8c75f30638a" providerId="ADAL" clId="{1BE0BE59-C17C-45AB-ACC7-F48B4A5A56F5}" dt="2025-05-05T11:34:01.828" v="157" actId="478"/>
            <ac:spMkLst>
              <pc:docMk/>
              <pc:sldMasterMk cId="1747979782" sldId="2147483665"/>
              <pc:sldLayoutMk cId="1087986744" sldId="2147483728"/>
              <ac:spMk id="2" creationId="{72189A0E-F081-4C4C-B5C2-CD5A4F779FC4}"/>
            </ac:spMkLst>
          </pc:spChg>
          <pc:spChg chg="mod">
            <ac:chgData name="Rafaela Boletti Duraes Souto" userId="78f52f2a-2d51-4833-a638-c8c75f30638a" providerId="ADAL" clId="{1BE0BE59-C17C-45AB-ACC7-F48B4A5A56F5}" dt="2025-05-05T11:33:58.724" v="156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  <pc:spChg chg="mod">
            <ac:chgData name="Rafaela Boletti Duraes Souto" userId="78f52f2a-2d51-4833-a638-c8c75f30638a" providerId="ADAL" clId="{1BE0BE59-C17C-45AB-ACC7-F48B4A5A56F5}" dt="2025-05-05T12:05:56.007" v="424" actId="14100"/>
            <ac:spMkLst>
              <pc:docMk/>
              <pc:sldMasterMk cId="1747979782" sldId="2147483665"/>
              <pc:sldLayoutMk cId="1087986744" sldId="2147483728"/>
              <ac:spMk id="10" creationId="{A3E46545-5E91-4C76-87DB-86D3C5ED1CF2}"/>
            </ac:spMkLst>
          </pc:spChg>
          <pc:graphicFrameChg chg="add mod modGraphic">
            <ac:chgData name="Rafaela Boletti Duraes Souto" userId="78f52f2a-2d51-4833-a638-c8c75f30638a" providerId="ADAL" clId="{1BE0BE59-C17C-45AB-ACC7-F48B4A5A56F5}" dt="2025-05-05T12:43:18.213" v="477" actId="20577"/>
            <ac:graphicFrameMkLst>
              <pc:docMk/>
              <pc:sldMasterMk cId="1747979782" sldId="2147483665"/>
              <pc:sldLayoutMk cId="1087986744" sldId="2147483728"/>
              <ac:graphicFrameMk id="11" creationId="{3BC377D6-90BA-4821-B87E-B1364DB8CEDD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6T16:49:21.306" v="549" actId="14100"/>
          <pc:sldLayoutMkLst>
            <pc:docMk/>
            <pc:sldMasterMk cId="1747979782" sldId="2147483665"/>
            <pc:sldLayoutMk cId="2918992942" sldId="2147483729"/>
          </pc:sldLayoutMkLst>
          <pc:spChg chg="del mod">
            <ac:chgData name="Rafaela Boletti Duraes Souto" userId="78f52f2a-2d51-4833-a638-c8c75f30638a" providerId="ADAL" clId="{1BE0BE59-C17C-45AB-ACC7-F48B4A5A56F5}" dt="2025-05-05T12:06:06.413" v="425" actId="478"/>
            <ac:spMkLst>
              <pc:docMk/>
              <pc:sldMasterMk cId="1747979782" sldId="2147483665"/>
              <pc:sldLayoutMk cId="2918992942" sldId="2147483729"/>
              <ac:spMk id="10" creationId="{A3E46545-5E91-4C76-87DB-86D3C5ED1CF2}"/>
            </ac:spMkLst>
          </pc:spChg>
          <pc:spChg chg="del">
            <ac:chgData name="Rafaela Boletti Duraes Souto" userId="78f52f2a-2d51-4833-a638-c8c75f30638a" providerId="ADAL" clId="{1BE0BE59-C17C-45AB-ACC7-F48B4A5A56F5}" dt="2025-05-06T16:47:44.757" v="486" actId="478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spChg chg="add">
            <ac:chgData name="Rafaela Boletti Duraes Souto" userId="78f52f2a-2d51-4833-a638-c8c75f30638a" providerId="ADAL" clId="{1BE0BE59-C17C-45AB-ACC7-F48B4A5A56F5}" dt="2025-05-05T12:06:06.885" v="426"/>
            <ac:spMkLst>
              <pc:docMk/>
              <pc:sldMasterMk cId="1747979782" sldId="2147483665"/>
              <pc:sldLayoutMk cId="2918992942" sldId="2147483729"/>
              <ac:spMk id="12" creationId="{2C88FADB-3181-4CC0-AA91-FB474121F9F0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1.902" v="19" actId="478"/>
            <ac:spMkLst>
              <pc:docMk/>
              <pc:sldMasterMk cId="1747979782" sldId="2147483665"/>
              <pc:sldLayoutMk cId="2918992942" sldId="2147483729"/>
              <ac:spMk id="12" creationId="{5780E429-C762-482D-8833-F821595E0BF5}"/>
            </ac:spMkLst>
          </pc:spChg>
          <pc:spChg chg="add del">
            <ac:chgData name="Rafaela Boletti Duraes Souto" userId="78f52f2a-2d51-4833-a638-c8c75f30638a" providerId="ADAL" clId="{1BE0BE59-C17C-45AB-ACC7-F48B4A5A56F5}" dt="2025-05-05T11:40:02.188" v="191" actId="478"/>
            <ac:spMkLst>
              <pc:docMk/>
              <pc:sldMasterMk cId="1747979782" sldId="2147483665"/>
              <pc:sldLayoutMk cId="2918992942" sldId="2147483729"/>
              <ac:spMk id="13" creationId="{CB1219DD-2D6B-4BEB-AC95-200E2312627E}"/>
            </ac:spMkLst>
          </pc:spChg>
          <pc:spChg chg="del">
            <ac:chgData name="Rafaela Boletti Duraes Souto" userId="78f52f2a-2d51-4833-a638-c8c75f30638a" providerId="ADAL" clId="{1BE0BE59-C17C-45AB-ACC7-F48B4A5A56F5}" dt="2025-05-02T12:53:12.809" v="12" actId="478"/>
            <ac:spMkLst>
              <pc:docMk/>
              <pc:sldMasterMk cId="1747979782" sldId="2147483665"/>
              <pc:sldLayoutMk cId="2918992942" sldId="2147483729"/>
              <ac:spMk id="14" creationId="{0B66A95B-1152-4001-A6E2-DB258250F4B2}"/>
            </ac:spMkLst>
          </pc:spChg>
          <pc:spChg chg="mod">
            <ac:chgData name="Rafaela Boletti Duraes Souto" userId="78f52f2a-2d51-4833-a638-c8c75f30638a" providerId="ADAL" clId="{1BE0BE59-C17C-45AB-ACC7-F48B4A5A56F5}" dt="2025-05-06T16:49:21.306" v="549" actId="14100"/>
            <ac:spMkLst>
              <pc:docMk/>
              <pc:sldMasterMk cId="1747979782" sldId="2147483665"/>
              <pc:sldLayoutMk cId="2918992942" sldId="2147483729"/>
              <ac:spMk id="17" creationId="{40C1AF06-63D9-405D-94ED-2270CB6C71F7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1.706" v="478" actId="478"/>
            <ac:graphicFrameMkLst>
              <pc:docMk/>
              <pc:sldMasterMk cId="1747979782" sldId="2147483665"/>
              <pc:sldLayoutMk cId="2918992942" sldId="2147483729"/>
              <ac:graphicFrameMk id="10" creationId="{EC71CA2A-284B-4BF6-A20B-F004428498AE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2.075" v="479"/>
            <ac:graphicFrameMkLst>
              <pc:docMk/>
              <pc:sldMasterMk cId="1747979782" sldId="2147483665"/>
              <pc:sldLayoutMk cId="2918992942" sldId="2147483729"/>
              <ac:graphicFrameMk id="13" creationId="{18D029B0-9E19-48F7-A5BA-EA9511C13C33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7.036" v="436" actId="478"/>
            <ac:graphicFrameMkLst>
              <pc:docMk/>
              <pc:sldMasterMk cId="1747979782" sldId="2147483665"/>
              <pc:sldLayoutMk cId="2918992942" sldId="2147483729"/>
              <ac:graphicFrameMk id="14" creationId="{42D4939B-0872-4F66-8AD0-EDA583CCF097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27.061" v="461" actId="478"/>
            <ac:graphicFrameMkLst>
              <pc:docMk/>
              <pc:sldMasterMk cId="1747979782" sldId="2147483665"/>
              <pc:sldLayoutMk cId="2918992942" sldId="2147483729"/>
              <ac:graphicFrameMk id="15" creationId="{938C7B4F-5FD9-4464-AD8C-9C843938B838}"/>
            </ac:graphicFrameMkLst>
          </pc:graphicFrameChg>
        </pc:sldLayoutChg>
        <pc:sldLayoutChg chg="addSp delSp modSp del">
          <pc:chgData name="Rafaela Boletti Duraes Souto" userId="78f52f2a-2d51-4833-a638-c8c75f30638a" providerId="ADAL" clId="{1BE0BE59-C17C-45AB-ACC7-F48B4A5A56F5}" dt="2025-05-06T16:47:25.217" v="485" actId="2696"/>
          <pc:sldLayoutMkLst>
            <pc:docMk/>
            <pc:sldMasterMk cId="1747979782" sldId="2147483665"/>
            <pc:sldLayoutMk cId="3930637263" sldId="2147483730"/>
          </pc:sldLayoutMkLst>
          <pc:spChg chg="add del">
            <ac:chgData name="Rafaela Boletti Duraes Souto" userId="78f52f2a-2d51-4833-a638-c8c75f30638a" providerId="ADAL" clId="{1BE0BE59-C17C-45AB-ACC7-F48B4A5A56F5}" dt="2025-05-02T12:53:34.760" v="21" actId="478"/>
            <ac:spMkLst>
              <pc:docMk/>
              <pc:sldMasterMk cId="1747979782" sldId="2147483665"/>
              <pc:sldLayoutMk cId="3930637263" sldId="2147483730"/>
              <ac:spMk id="9" creationId="{6A2522F4-DCD3-4C55-A77C-4A9481FD1D45}"/>
            </ac:spMkLst>
          </pc:spChg>
          <pc:spChg chg="del mod">
            <ac:chgData name="Rafaela Boletti Duraes Souto" userId="78f52f2a-2d51-4833-a638-c8c75f30638a" providerId="ADAL" clId="{1BE0BE59-C17C-45AB-ACC7-F48B4A5A56F5}" dt="2025-05-05T12:06:24.614" v="428" actId="478"/>
            <ac:spMkLst>
              <pc:docMk/>
              <pc:sldMasterMk cId="1747979782" sldId="2147483665"/>
              <pc:sldLayoutMk cId="3930637263" sldId="2147483730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5T11:41:31.325" v="196" actId="478"/>
            <ac:spMkLst>
              <pc:docMk/>
              <pc:sldMasterMk cId="1747979782" sldId="2147483665"/>
              <pc:sldLayoutMk cId="3930637263" sldId="2147483730"/>
              <ac:spMk id="11" creationId="{5C33A2E1-0EF1-45C0-B805-1F43D38A96F1}"/>
            </ac:spMkLst>
          </pc:spChg>
          <pc:spChg chg="add">
            <ac:chgData name="Rafaela Boletti Duraes Souto" userId="78f52f2a-2d51-4833-a638-c8c75f30638a" providerId="ADAL" clId="{1BE0BE59-C17C-45AB-ACC7-F48B4A5A56F5}" dt="2025-05-05T12:06:28.191" v="430"/>
            <ac:spMkLst>
              <pc:docMk/>
              <pc:sldMasterMk cId="1747979782" sldId="2147483665"/>
              <pc:sldLayoutMk cId="3930637263" sldId="2147483730"/>
              <ac:spMk id="12" creationId="{94BC3042-C909-409A-96F6-4306A5F25744}"/>
            </ac:spMkLst>
          </pc:spChg>
          <pc:spChg chg="del">
            <ac:chgData name="Rafaela Boletti Duraes Souto" userId="78f52f2a-2d51-4833-a638-c8c75f30638a" providerId="ADAL" clId="{1BE0BE59-C17C-45AB-ACC7-F48B4A5A56F5}" dt="2025-05-02T12:53:15.315" v="14" actId="478"/>
            <ac:spMkLst>
              <pc:docMk/>
              <pc:sldMasterMk cId="1747979782" sldId="2147483665"/>
              <pc:sldLayoutMk cId="3930637263" sldId="2147483730"/>
              <ac:spMk id="13" creationId="{D9AF53FD-1126-438C-A9CE-568A765FE2CB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4.996" v="480" actId="478"/>
            <ac:graphicFrameMkLst>
              <pc:docMk/>
              <pc:sldMasterMk cId="1747979782" sldId="2147483665"/>
              <pc:sldLayoutMk cId="3930637263" sldId="2147483730"/>
              <ac:graphicFrameMk id="9" creationId="{02F9A383-D1DD-483F-B73C-3EF4B6323A81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9.981" v="438" actId="478"/>
            <ac:graphicFrameMkLst>
              <pc:docMk/>
              <pc:sldMasterMk cId="1747979782" sldId="2147483665"/>
              <pc:sldLayoutMk cId="3930637263" sldId="2147483730"/>
              <ac:graphicFrameMk id="9" creationId="{695A93E3-C8E0-4093-83B5-34467F73B441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5.259" v="481"/>
            <ac:graphicFrameMkLst>
              <pc:docMk/>
              <pc:sldMasterMk cId="1747979782" sldId="2147483665"/>
              <pc:sldLayoutMk cId="3930637263" sldId="2147483730"/>
              <ac:graphicFrameMk id="10" creationId="{D41D068A-4020-4E2B-B3B6-851D615C27B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31.637" v="463" actId="478"/>
            <ac:graphicFrameMkLst>
              <pc:docMk/>
              <pc:sldMasterMk cId="1747979782" sldId="2147483665"/>
              <pc:sldLayoutMk cId="3930637263" sldId="2147483730"/>
              <ac:graphicFrameMk id="13" creationId="{9E0EE0E9-8362-4B52-A451-9D65450BD70B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5T12:43:28.651" v="483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1BE0BE59-C17C-45AB-ACC7-F48B4A5A56F5}" dt="2025-05-05T12:06:32.028" v="431" actId="478"/>
            <ac:spMkLst>
              <pc:docMk/>
              <pc:sldMasterMk cId="1747979782" sldId="2147483665"/>
              <pc:sldLayoutMk cId="83172324" sldId="2147483731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9.383" v="23" actId="478"/>
            <ac:spMkLst>
              <pc:docMk/>
              <pc:sldMasterMk cId="1747979782" sldId="2147483665"/>
              <pc:sldLayoutMk cId="83172324" sldId="2147483731"/>
              <ac:spMk id="11" creationId="{A95297AD-E22C-47C6-8D87-8D448419B51F}"/>
            </ac:spMkLst>
          </pc:spChg>
          <pc:spChg chg="add">
            <ac:chgData name="Rafaela Boletti Duraes Souto" userId="78f52f2a-2d51-4833-a638-c8c75f30638a" providerId="ADAL" clId="{1BE0BE59-C17C-45AB-ACC7-F48B4A5A56F5}" dt="2025-05-05T12:06:32.398" v="432"/>
            <ac:spMkLst>
              <pc:docMk/>
              <pc:sldMasterMk cId="1747979782" sldId="2147483665"/>
              <pc:sldLayoutMk cId="83172324" sldId="2147483731"/>
              <ac:spMk id="11" creationId="{B4FAFF87-9615-4DB8-A636-FF9CAF0D29B4}"/>
            </ac:spMkLst>
          </pc:spChg>
          <pc:spChg chg="del">
            <ac:chgData name="Rafaela Boletti Duraes Souto" userId="78f52f2a-2d51-4833-a638-c8c75f30638a" providerId="ADAL" clId="{1BE0BE59-C17C-45AB-ACC7-F48B4A5A56F5}" dt="2025-05-02T12:53:19.105" v="16" actId="478"/>
            <ac:spMkLst>
              <pc:docMk/>
              <pc:sldMasterMk cId="1747979782" sldId="2147483665"/>
              <pc:sldLayoutMk cId="83172324" sldId="2147483731"/>
              <ac:spMk id="12" creationId="{8991DF42-8712-4331-92A6-98804ECBE073}"/>
            </ac:spMkLst>
          </pc:spChg>
          <pc:spChg chg="add del">
            <ac:chgData name="Rafaela Boletti Duraes Souto" userId="78f52f2a-2d51-4833-a638-c8c75f30638a" providerId="ADAL" clId="{1BE0BE59-C17C-45AB-ACC7-F48B4A5A56F5}" dt="2025-05-05T11:41:58.474" v="198" actId="478"/>
            <ac:spMkLst>
              <pc:docMk/>
              <pc:sldMasterMk cId="1747979782" sldId="2147483665"/>
              <pc:sldLayoutMk cId="83172324" sldId="2147483731"/>
              <ac:spMk id="14" creationId="{AE8D1B90-827C-4A69-95C5-555FD74188C0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8.450" v="482" actId="478"/>
            <ac:graphicFrameMkLst>
              <pc:docMk/>
              <pc:sldMasterMk cId="1747979782" sldId="2147483665"/>
              <pc:sldLayoutMk cId="83172324" sldId="2147483731"/>
              <ac:graphicFrameMk id="10" creationId="{B6C44AF3-4642-4830-A26B-91AB031449BB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23.419" v="440" actId="478"/>
            <ac:graphicFrameMkLst>
              <pc:docMk/>
              <pc:sldMasterMk cId="1747979782" sldId="2147483665"/>
              <pc:sldLayoutMk cId="83172324" sldId="2147483731"/>
              <ac:graphicFrameMk id="12" creationId="{9930AEDE-E6F4-4D3B-A704-1A3908311EA3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8.651" v="483"/>
            <ac:graphicFrameMkLst>
              <pc:docMk/>
              <pc:sldMasterMk cId="1747979782" sldId="2147483665"/>
              <pc:sldLayoutMk cId="83172324" sldId="2147483731"/>
              <ac:graphicFrameMk id="12" creationId="{D8868DBC-D79D-4952-8E00-3AA71093F44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41.837" v="465" actId="478"/>
            <ac:graphicFrameMkLst>
              <pc:docMk/>
              <pc:sldMasterMk cId="1747979782" sldId="2147483665"/>
              <pc:sldLayoutMk cId="83172324" sldId="2147483731"/>
              <ac:graphicFrameMk id="15" creationId="{1028CFB7-1057-41A9-AE25-D050F8DDC5FC}"/>
            </ac:graphicFrameMkLst>
          </pc:graphicFrameChg>
        </pc:sldLayoutChg>
        <pc:sldLayoutChg chg="del">
          <pc:chgData name="Rafaela Boletti Duraes Souto" userId="78f52f2a-2d51-4833-a638-c8c75f30638a" providerId="ADAL" clId="{1BE0BE59-C17C-45AB-ACC7-F48B4A5A56F5}" dt="2025-05-05T12:07:30.553" v="442" actId="2696"/>
          <pc:sldLayoutMkLst>
            <pc:docMk/>
            <pc:sldMasterMk cId="1747979782" sldId="2147483665"/>
            <pc:sldLayoutMk cId="2710379621" sldId="2147483732"/>
          </pc:sldLayoutMkLst>
        </pc:sldLayoutChg>
        <pc:sldLayoutChg chg="modSp">
          <pc:chgData name="Rafaela Boletti Duraes Souto" userId="78f52f2a-2d51-4833-a638-c8c75f30638a" providerId="ADAL" clId="{1BE0BE59-C17C-45AB-ACC7-F48B4A5A56F5}" dt="2025-05-06T16:51:58.485" v="563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1BE0BE59-C17C-45AB-ACC7-F48B4A5A56F5}" dt="2025-05-05T11:51:25.549" v="250" actId="12788"/>
            <ac:spMkLst>
              <pc:docMk/>
              <pc:sldMasterMk cId="1747979782" sldId="2147483665"/>
              <pc:sldLayoutMk cId="3757287322" sldId="2147483733"/>
              <ac:spMk id="9" creationId="{1353A036-17D9-4E9E-9704-A08842166D53}"/>
            </ac:spMkLst>
          </pc:spChg>
          <pc:spChg chg="mod">
            <ac:chgData name="Rafaela Boletti Duraes Souto" userId="78f52f2a-2d51-4833-a638-c8c75f30638a" providerId="ADAL" clId="{1BE0BE59-C17C-45AB-ACC7-F48B4A5A56F5}" dt="2025-05-06T16:51:58.485" v="563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  <pc:picChg chg="mod">
            <ac:chgData name="Rafaela Boletti Duraes Souto" userId="78f52f2a-2d51-4833-a638-c8c75f30638a" providerId="ADAL" clId="{1BE0BE59-C17C-45AB-ACC7-F48B4A5A56F5}" dt="2025-05-05T11:51:21.066" v="249" actId="12788"/>
            <ac:picMkLst>
              <pc:docMk/>
              <pc:sldMasterMk cId="1747979782" sldId="2147483665"/>
              <pc:sldLayoutMk cId="3757287322" sldId="2147483733"/>
              <ac:picMk id="10" creationId="{BB788BAF-7DDB-4210-A352-F3FA18110B7E}"/>
            </ac:picMkLst>
          </pc:picChg>
        </pc:sldLayoutChg>
        <pc:sldLayoutChg chg="modSp">
          <pc:chgData name="Rafaela Boletti Duraes Souto" userId="78f52f2a-2d51-4833-a638-c8c75f30638a" providerId="ADAL" clId="{1BE0BE59-C17C-45AB-ACC7-F48B4A5A56F5}" dt="2025-05-06T16:52:06.924" v="568" actId="20577"/>
          <pc:sldLayoutMkLst>
            <pc:docMk/>
            <pc:sldMasterMk cId="1747979782" sldId="2147483665"/>
            <pc:sldLayoutMk cId="1911416842" sldId="2147483734"/>
          </pc:sldLayoutMkLst>
          <pc:spChg chg="mod">
            <ac:chgData name="Rafaela Boletti Duraes Souto" userId="78f52f2a-2d51-4833-a638-c8c75f30638a" providerId="ADAL" clId="{1BE0BE59-C17C-45AB-ACC7-F48B4A5A56F5}" dt="2025-05-06T16:52:06.924" v="568" actId="20577"/>
            <ac:spMkLst>
              <pc:docMk/>
              <pc:sldMasterMk cId="1747979782" sldId="2147483665"/>
              <pc:sldLayoutMk cId="1911416842" sldId="2147483734"/>
              <ac:spMk id="9" creationId="{FA034C09-59DD-4564-9C6E-8F60F069EB37}"/>
            </ac:spMkLst>
          </pc:spChg>
        </pc:sldLayoutChg>
      </pc:sldMasterChg>
    </pc:docChg>
  </pc:docChgLst>
  <pc:docChgLst>
    <pc:chgData name="Rafaela Boletti Duraes Souto" userId="78f52f2a-2d51-4833-a638-c8c75f30638a" providerId="ADAL" clId="{3072E378-0BC3-46EF-92A3-96EEAF7BEDB3}"/>
    <pc:docChg chg="modMainMaster">
      <pc:chgData name="Rafaela Boletti Duraes Souto" userId="78f52f2a-2d51-4833-a638-c8c75f30638a" providerId="ADAL" clId="{3072E378-0BC3-46EF-92A3-96EEAF7BEDB3}" dt="2025-03-28T13:32:34.226" v="12" actId="20577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28T13:32:34.226" v="12" actId="20577"/>
        <pc:sldMasterMkLst>
          <pc:docMk/>
          <pc:sldMasterMk cId="1747979782" sldId="2147483665"/>
        </pc:sldMasterMkLst>
      </pc:sldMasterChg>
    </pc:docChg>
  </pc:docChgLst>
  <pc:docChgLst>
    <pc:chgData name="Rafaela Boletti Duraes Souto" userId="78f52f2a-2d51-4833-a638-c8c75f30638a" providerId="ADAL" clId="{EA14F48B-1B0A-40AE-A9A0-FA986C0EDF2C}"/>
    <pc:docChg chg="undo redo custSel addSld modSld modMainMaster">
      <pc:chgData name="Rafaela Boletti Duraes Souto" userId="78f52f2a-2d51-4833-a638-c8c75f30638a" providerId="ADAL" clId="{EA14F48B-1B0A-40AE-A9A0-FA986C0EDF2C}" dt="2025-04-10T14:36:56.601" v="169"/>
      <pc:docMkLst>
        <pc:docMk/>
      </pc:docMkLst>
      <pc:sldChg chg="addSp delSp modSp">
        <pc:chgData name="Rafaela Boletti Duraes Souto" userId="78f52f2a-2d51-4833-a638-c8c75f30638a" providerId="ADAL" clId="{EA14F48B-1B0A-40AE-A9A0-FA986C0EDF2C}" dt="2025-04-10T14:36:56.601" v="169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3" creationId="{A6A00772-47B3-4E87-A9DE-3AF749816E28}"/>
          </ac:spMkLst>
        </pc:spChg>
        <pc:spChg chg="del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8" creationId="{59EB09DC-0995-4579-BD8E-62B0A5966A4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6.878" v="68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2" creationId="{E0EA881E-EB7A-4C5A-8748-8FBD05FD2253}"/>
          </ac:spMkLst>
        </pc:spChg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3" creationId="{55F43A20-997C-4DAE-896A-15E1342BC0A2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5" creationId="{AA744CA9-A8F8-46BB-9A55-8AA0C9093F3E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6" creationId="{F8BC607E-D7E4-4854-A796-15357703E6B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1.697" v="67"/>
        <pc:sldMkLst>
          <pc:docMk/>
          <pc:sldMk cId="3297169908" sldId="324"/>
        </pc:sldMkLst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3" creationId="{DBCB373E-49C6-4796-8186-26B680D0CB1E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4" creationId="{A6E50A7E-2493-409C-A4EF-CC12DA4A2952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5" creationId="{61EAB134-D260-4DC2-AB2A-1178C9806E4B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05:35.616" v="1"/>
        <pc:sldMkLst>
          <pc:docMk/>
          <pc:sldMk cId="600266859" sldId="326"/>
        </pc:sldMkLst>
        <pc:spChg chg="del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2" creationId="{EA639B59-DCE3-4AD9-B9E8-D314A9BCD061}"/>
          </ac:spMkLst>
        </pc:spChg>
        <pc:spChg chg="add mod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3" creationId="{ED0C734D-B74A-49B4-81F9-B095FD7D62E3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43:10.229" v="79"/>
        <pc:sldMkLst>
          <pc:docMk/>
          <pc:sldMk cId="1375584897" sldId="327"/>
        </pc:sldMkLst>
        <pc:spChg chg="del">
          <ac:chgData name="Rafaela Boletti Duraes Souto" userId="78f52f2a-2d51-4833-a638-c8c75f30638a" providerId="ADAL" clId="{EA14F48B-1B0A-40AE-A9A0-FA986C0EDF2C}" dt="2025-03-31T20:05:40.558" v="3"/>
          <ac:spMkLst>
            <pc:docMk/>
            <pc:sldMk cId="1375584897" sldId="327"/>
            <ac:spMk id="2" creationId="{E9965B2D-9FA3-4B46-AD34-4C2AF9DD01B1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3" creationId="{B0123114-87BF-4523-A231-EA598A2BD858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4" creationId="{4ABE1DF0-1BAF-4A70-8791-905D8697294A}"/>
          </ac:spMkLst>
        </pc:spChg>
      </pc:sldChg>
      <pc:sldMasterChg chg="delSldLayout modSldLayout">
        <pc:chgData name="Rafaela Boletti Duraes Souto" userId="78f52f2a-2d51-4833-a638-c8c75f30638a" providerId="ADAL" clId="{EA14F48B-1B0A-40AE-A9A0-FA986C0EDF2C}" dt="2025-04-10T14:36:46.875" v="168" actId="14100"/>
        <pc:sldMasterMkLst>
          <pc:docMk/>
          <pc:sldMasterMk cId="1747979782" sldId="2147483665"/>
        </pc:sldMasterMkLst>
        <pc:sldLayoutChg chg="addSp modSp">
          <pc:chgData name="Rafaela Boletti Duraes Souto" userId="78f52f2a-2d51-4833-a638-c8c75f30638a" providerId="ADAL" clId="{EA14F48B-1B0A-40AE-A9A0-FA986C0EDF2C}" dt="2025-04-10T14:36:46.875" v="168" actId="14100"/>
          <pc:sldLayoutMkLst>
            <pc:docMk/>
            <pc:sldMasterMk cId="1747979782" sldId="2147483665"/>
            <pc:sldLayoutMk cId="1087986744" sldId="2147483728"/>
          </pc:sldLayoutMkLst>
          <pc:spChg chg="add mod">
            <ac:chgData name="Rafaela Boletti Duraes Souto" userId="78f52f2a-2d51-4833-a638-c8c75f30638a" providerId="ADAL" clId="{EA14F48B-1B0A-40AE-A9A0-FA986C0EDF2C}" dt="2025-04-10T14:36:46.875" v="168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3-31T20:20:28.591" v="59" actId="1076"/>
          <pc:sldLayoutMkLst>
            <pc:docMk/>
            <pc:sldMasterMk cId="1747979782" sldId="2147483665"/>
            <pc:sldLayoutMk cId="2918992942" sldId="2147483729"/>
          </pc:sldLayoutMkLst>
          <pc:spChg chg="mod">
            <ac:chgData name="Rafaela Boletti Duraes Souto" userId="78f52f2a-2d51-4833-a638-c8c75f30638a" providerId="ADAL" clId="{EA14F48B-1B0A-40AE-A9A0-FA986C0EDF2C}" dt="2025-03-31T20:20:24.660" v="57" actId="14100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grpChg chg="mod">
            <ac:chgData name="Rafaela Boletti Duraes Souto" userId="78f52f2a-2d51-4833-a638-c8c75f30638a" providerId="ADAL" clId="{EA14F48B-1B0A-40AE-A9A0-FA986C0EDF2C}" dt="2025-03-31T20:20:28.591" v="59" actId="1076"/>
            <ac:grpSpMkLst>
              <pc:docMk/>
              <pc:sldMasterMk cId="1747979782" sldId="2147483665"/>
              <pc:sldLayoutMk cId="2918992942" sldId="2147483729"/>
              <ac:grpSpMk id="3" creationId="{82144C86-8C2A-4B78-999A-5CC877FA25CC}"/>
            </ac:grpSpMkLst>
          </pc:grpChg>
        </pc:sldLayoutChg>
        <pc:sldLayoutChg chg="addSp delSp modSp">
          <pc:chgData name="Rafaela Boletti Duraes Souto" userId="78f52f2a-2d51-4833-a638-c8c75f30638a" providerId="ADAL" clId="{EA14F48B-1B0A-40AE-A9A0-FA986C0EDF2C}" dt="2025-03-31T20:20:41.147" v="63" actId="478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EA14F48B-1B0A-40AE-A9A0-FA986C0EDF2C}" dt="2025-03-31T20:20:41.147" v="63" actId="478"/>
            <ac:spMkLst>
              <pc:docMk/>
              <pc:sldMasterMk cId="1747979782" sldId="2147483665"/>
              <pc:sldLayoutMk cId="83172324" sldId="2147483731"/>
              <ac:spMk id="11" creationId="{42C538E5-219A-4579-9D48-F9229E365527}"/>
            </ac:spMkLst>
          </pc:spChg>
          <pc:spChg chg="add mod">
            <ac:chgData name="Rafaela Boletti Duraes Souto" userId="78f52f2a-2d51-4833-a638-c8c75f30638a" providerId="ADAL" clId="{EA14F48B-1B0A-40AE-A9A0-FA986C0EDF2C}" dt="2025-03-31T20:20:39.477" v="62" actId="1076"/>
            <ac:spMkLst>
              <pc:docMk/>
              <pc:sldMasterMk cId="1747979782" sldId="2147483665"/>
              <pc:sldLayoutMk cId="83172324" sldId="2147483731"/>
              <ac:spMk id="13" creationId="{11188E22-FE13-450E-9AD7-00D630A0CE71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4-10T14:24:50.020" v="99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EA14F48B-1B0A-40AE-A9A0-FA986C0EDF2C}" dt="2025-04-10T14:24:50.020" v="99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Configuração e Automação Inicial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2795173"/>
            <a:ext cx="11987319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primeira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Documentação de Planejamento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Pipeline de Integração Contínua (CI)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Scripts de Infraestrutura como Código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Documentação de Planejamento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DESCRIÇÃO DO PROJETO, SEUS OBJETIVOS E REQUISITOS: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PLANO DE INTEGRAÇÃO CONTÍNUA: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8260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ESPECIFICAÇÃO DETALHADA DA INFRAESTRUTURA NECESSÁRIA: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63717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Integração Contínua (CI)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CONFIGURAÇÃO DE UM REPOSITÓRIO DE CÓDIGO: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9" name="Espaço Reservado para Texto 9">
            <a:extLst>
              <a:ext uri="{FF2B5EF4-FFF2-40B4-BE49-F238E27FC236}">
                <a16:creationId xmlns:a16="http://schemas.microsoft.com/office/drawing/2014/main" id="{B4A74413-C4BC-4DEC-B941-B0212D2BB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1792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repositório utilizado.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BC377D6-90BA-4821-B87E-B1364DB8C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1585906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737711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IMPLEMENTAÇÃO DE UM PIPELINE DE CI USANDO UM GITHUB ACTIONS: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C88FADB-3181-4CC0-AA91-FB474121F9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8D029B0-9E19-48F7-A5BA-EA9511C13C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9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Scripts de Infraestrutura como Código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60400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SCRIPTS PARA PROVISIONAMENTO DE INFRAESTRUTURA A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 PARTIR DA FERRAMENTA: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218057" y="855785"/>
            <a:ext cx="528619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Scripts de Infraestrutura como Código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11188E22-FE13-450E-9AD7-00D630A0CE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32687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a ferramenta utilizada.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B4FAFF87-9615-4DB8-A636-FF9CAF0D2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D8868DBC-D79D-4952-8E00-3AA71093F4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26" r:id="rId5"/>
    <p:sldLayoutId id="2147483727" r:id="rId6"/>
    <p:sldLayoutId id="2147483734" r:id="rId7"/>
    <p:sldLayoutId id="2147483728" r:id="rId8"/>
    <p:sldLayoutId id="2147483729" r:id="rId9"/>
    <p:sldLayoutId id="2147483735" r:id="rId10"/>
    <p:sldLayoutId id="2147483731" r:id="rId11"/>
    <p:sldLayoutId id="2147483694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NOME DO ESTUDANTE: Samuel Aiedo</a:t>
            </a:r>
            <a:br/>
            <a:r>
              <a:t>PROJETO: MedQR - Continuous Integration &amp; Infrastructure as Code (AWS &amp; Terraform)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NOME DO ESTUDANTE: Samuel Aiedo</a:t>
            </a:r>
            <a:br/>
            <a:r>
              <a:t>PROJETO: MedQR - CI/CD Pipeline (GitHub Actions) &amp; IaC (AWS Terraform)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6EC7D3-5A22-4E4C-A827-68C787863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a) DESCRIÇÃO DO PROJETO, OBJETIVOS E REQUISITOS:</a:t>
            </a:r>
            <a:br/>
            <a:br/>
            <a:r>
              <a:t>• DESCRIÇÃO DO PROJETO:</a:t>
            </a:r>
            <a:br/>
            <a:r>
              <a:t>  O MedQR é uma solução de compartilhamento seguro de fichas médicas de emergência para trabalhadores acidentados em ambiente laboral. A aplicação gera QR Codes para crachás corporativos protegidos por senha de acesso público.</a:t>
            </a:r>
            <a:br/>
            <a:br/>
            <a:r>
              <a:t>• OBJETIVOS DE DEVOPS:</a:t>
            </a:r>
            <a:br/>
            <a:r>
              <a:t>  1. Estabelecer um pipeline de Integração Contínua (CI) automatizado para garantir a qualidade, sintaxe e build do código.</a:t>
            </a:r>
            <a:br/>
            <a:r>
              <a:t>  2. Implementar a Infraestrutura como Código (IaC) via Terraform para provisionar o ambiente na nuvem AWS de forma declarativa e reproduzível.</a:t>
            </a:r>
            <a:br/>
            <a:br/>
            <a:r>
              <a:t>• REQUISITOS:</a:t>
            </a:r>
            <a:br/>
            <a:r>
              <a:t>  - Repositório Git/GitHub com branching model estruturado (main e develop).</a:t>
            </a:r>
            <a:br/>
            <a:r>
              <a:t>  - Execução automatizada de linters e testes unitários a cada push/pull request.</a:t>
            </a:r>
            <a:br/>
            <a:r>
              <a:t>  - Isolamento de banco de dados em subnets privadas sem acesso público direto.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C734D-B74A-49B4-81F9-B095FD7D6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b) PLANO DE INTEGRAÇÃO CONTÍNUA (CI):</a:t>
            </a:r>
            <a:br/>
            <a:br/>
            <a:r>
              <a:t>• ESTRATÉGIA DE BRANCHING &amp; TRIGGERS:</a:t>
            </a:r>
            <a:br/>
            <a:r>
              <a:t>  Gatilhos acionados automaticamente a cada Push ou Pull Request nas branches 'main' e 'develop'.</a:t>
            </a:r>
            <a:br/>
            <a:br/>
            <a:r>
              <a:t>• ETAPAS DA ESTEIRA DE CI (GITHUB ACTIONS):</a:t>
            </a:r>
            <a:br/>
            <a:r>
              <a:t>  1. Checkout &amp; Setup: Instalação do ambiente Node.js (v20.x) e HashiCorp Terraform CLI.</a:t>
            </a:r>
            <a:br/>
            <a:r>
              <a:t>  2. Dependency Installation: Instalação limpa via 'npm ci' a partir do lockfile.</a:t>
            </a:r>
            <a:br/>
            <a:r>
              <a:t>  3. Quality &amp; Linting: Verificação estática de código com 'npm run lint'.</a:t>
            </a:r>
            <a:br/>
            <a:r>
              <a:t>  4. Automated Testing: Execução da suíte de testes unitários e de integração com 'npm test'.</a:t>
            </a:r>
            <a:br/>
            <a:r>
              <a:t>  5. Build Verification: Compilação dos artefatos da aplicação via 'npm run build'.</a:t>
            </a:r>
            <a:br/>
            <a:r>
              <a:t>  6. IaC Validation: Verificação de sintaxe e formatação do Terraform com 'terraform fmt' e 'terraform validate'.</a:t>
            </a:r>
          </a:p>
        </p:txBody>
      </p:sp>
    </p:spTree>
    <p:extLst>
      <p:ext uri="{BB962C8B-B14F-4D97-AF65-F5344CB8AC3E}">
        <p14:creationId xmlns:p14="http://schemas.microsoft.com/office/powerpoint/2010/main" val="60026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23114-87BF-4523-A231-EA598A2BD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c) ESPECIFICAÇÃO DETALHADA DA INFRAESTRUTURA NECESSÁRIA (AWS):</a:t>
            </a:r>
            <a:br/>
            <a:br/>
            <a:r>
              <a:t>• REDE (VPC &amp; SUBNETS):</a:t>
            </a:r>
            <a:br/>
            <a:r>
              <a:t>  - 1 VPC isolada (CIDR 10.0.0.0/16) com Internet Gateway (IGW).</a:t>
            </a:r>
            <a:br/>
            <a:r>
              <a:t>  - 2 Subnets Públicas (10.0.1.0/24 e 10.0.2.0/24) para a camada Web e Load Balancer.</a:t>
            </a:r>
            <a:br/>
            <a:r>
              <a:t>  - 2 Subnets Privadas (10.0.10.0/24 e 10.0.11.0/24) para isolamento da camada de dados.</a:t>
            </a:r>
            <a:br/>
            <a:br/>
            <a:r>
              <a:t>• APLICAÇÃO WEB &amp; SEGURANÇA:</a:t>
            </a:r>
            <a:br/>
            <a:r>
              <a:t>  - Security Group 'medqr-web-sg' liberando portas HTTP (80), HTTPS (443) e App (3000).</a:t>
            </a:r>
            <a:br/>
            <a:br/>
            <a:r>
              <a:t>• BANCO DE DADOS GERENCIADO (RDS POSTGRESQL):</a:t>
            </a:r>
            <a:br/>
            <a:r>
              <a:t>  - Instância AWS RDS PostgreSQL v15.4 (t3.micro) em subnets privadas.</a:t>
            </a:r>
            <a:br/>
            <a:r>
              <a:t>  - Security Group 'medqr-db-sg' liberando a porta 5432 EXCLUSIVAMENTE para a camada Web.</a:t>
            </a:r>
            <a:br/>
            <a:br/>
            <a:r>
              <a:t>• ARMAZENAMENTO ESTÁTICO (S3):</a:t>
            </a:r>
            <a:br/>
            <a:r>
              <a:t>  - Bucket AWS S3 'medqr-app-assets-storage-2026' para hospedagem de assets e imagens de QR Code.</a:t>
            </a:r>
          </a:p>
        </p:txBody>
      </p:sp>
    </p:spTree>
    <p:extLst>
      <p:ext uri="{BB962C8B-B14F-4D97-AF65-F5344CB8AC3E}">
        <p14:creationId xmlns:p14="http://schemas.microsoft.com/office/powerpoint/2010/main" val="137558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796DCB6-D43A-4EB7-8614-1476A7E4B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1E794-B8F1-4074-A736-C3EC5824A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a) CONFIGURAÇÃO DO REPOSITÓRIO DE CÓDIGO:</a:t>
            </a:r>
            <a:br/>
            <a:br/>
            <a:r>
              <a:t>• LINK DO REPOSITÓRIO:</a:t>
            </a:r>
            <a:br/>
            <a:r>
              <a:t>  https://github.com/samuelaiedo/medqr-clinical-system</a:t>
            </a:r>
            <a:br/>
            <a:br/>
            <a:r>
              <a:t>• ESTRUTURA DO REPOSITÓRIO:</a:t>
            </a:r>
            <a:br/>
            <a:r>
              <a:t>  - / (Código da Aplicação MedQR)</a:t>
            </a:r>
            <a:br/>
            <a:r>
              <a:t>  - /.github/workflows/ci.yml (Pipeline de CI do GitHub Actions)</a:t>
            </a:r>
            <a:br/>
            <a:r>
              <a:t>  - /devops/terraform/ (Scripts de Infraestrutura como Código)</a:t>
            </a:r>
            <a:br/>
            <a:r>
              <a:t>    ├── main.tf (Provedor AWS e tags)</a:t>
            </a:r>
            <a:br/>
            <a:r>
              <a:t>    ├── variables.tf (Parâmetros e credenciais)</a:t>
            </a:r>
            <a:br/>
            <a:r>
              <a:t>    ├── vpc.tf (VPC, Subnets e IGW)</a:t>
            </a:r>
            <a:br/>
            <a:r>
              <a:t>    └── resources.tf (Security Groups, RDS e S3)</a:t>
            </a:r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C23B81-E62A-4DBE-B9A9-C4B80D491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b) IMPLEMENTAÇÃO DO PIPELINE DE CI USANDO GITHUB ACTIONS:</a:t>
            </a:r>
            <a:br/>
            <a:br/>
            <a:r>
              <a:t>• EVIDÊNCIA DO ARQUIVO DE WORKFLOW (.github/workflows/ci.yml):</a:t>
            </a:r>
            <a:br/>
            <a:br/>
            <a:r>
              <a:t>name: MedQR Continuous Integration Pipeline</a:t>
            </a:r>
            <a:br/>
            <a:r>
              <a:t>on:</a:t>
            </a:r>
            <a:br/>
            <a:r>
              <a:t>  push:</a:t>
            </a:r>
            <a:br/>
            <a:r>
              <a:t>    branches: [main, develop]</a:t>
            </a:r>
            <a:br/>
            <a:r>
              <a:t>  pull_request:</a:t>
            </a:r>
            <a:br/>
            <a:r>
              <a:t>    branches: [main, develop]</a:t>
            </a:r>
            <a:br/>
            <a:br/>
            <a:r>
              <a:t>jobs:</a:t>
            </a:r>
            <a:br/>
            <a:r>
              <a:t>  build-and-test: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actions/setup-node@v4</a:t>
            </a:r>
            <a:br/>
            <a:r>
              <a:t>        with: { node-version: '20.x', cache: 'npm' }</a:t>
            </a:r>
            <a:br/>
            <a:r>
              <a:t>      - run: npm ci</a:t>
            </a:r>
            <a:br/>
            <a:r>
              <a:t>      - run: npm run lint --if-present</a:t>
            </a:r>
            <a:br/>
            <a:r>
              <a:t>      - run: npm test --if-present</a:t>
            </a:r>
            <a:br/>
            <a:r>
              <a:t>      - run: npm run build --if-present</a:t>
            </a:r>
            <a:br/>
            <a:br/>
            <a:r>
              <a:t>  terraform-check: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hashicorp/setup-terraform@v3</a:t>
            </a:r>
            <a:br/>
            <a:r>
              <a:t>      - run: terraform fmt -check -recursive devops/terraform</a:t>
            </a:r>
            <a:br/>
            <a:r>
              <a:t>      - run: cd devops/terraform &amp;&amp; terraform init -backend=false &amp;&amp; terraform validate</a:t>
            </a:r>
          </a:p>
        </p:txBody>
      </p:sp>
    </p:spTree>
    <p:extLst>
      <p:ext uri="{BB962C8B-B14F-4D97-AF65-F5344CB8AC3E}">
        <p14:creationId xmlns:p14="http://schemas.microsoft.com/office/powerpoint/2010/main" val="367070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20464-6849-45E5-BCA4-D72C557D9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AAEE1E-24CB-4CA6-848A-9AF9798EE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a) SCRIPTS PARA PROVISIONAMENTO DE INFRAESTRUTURA A PARTIR DA FERRAMENTA:</a:t>
            </a:r>
            <a:br/>
            <a:br/>
            <a:r>
              <a:t>• FERRAMENTA UTILIZADA: HashiCorp Terraform (v1.6+)</a:t>
            </a:r>
            <a:br/>
            <a:r>
              <a:t>• LINK DOS SCRIPTS NO REPOSITÓRIO:</a:t>
            </a:r>
            <a:br/>
            <a:r>
              <a:t>  https://github.com/samuelaiedo/medqr-clinical-system/tree/main/devops/terraform</a:t>
            </a:r>
            <a:br/>
            <a:br/>
            <a:r>
              <a:t>• RESUMO DOS ARQUIVOS E RECURSOS:</a:t>
            </a:r>
            <a:br/>
            <a:r>
              <a:t>  1. main.tf: Provider 'hashicorp/aws' (~&gt; 5.0) com default tags 'Project=MedQR'.</a:t>
            </a:r>
            <a:br/>
            <a:r>
              <a:t>  2. variables.tf: Configuração flexível de Região (us-east-1), CIDR (10.0.0.0/16) e BD.</a:t>
            </a:r>
            <a:br/>
            <a:r>
              <a:t>  3. vpc.tf: Provisiona VPC, 2 Subnets Públicas, 2 Subnets Privadas e Internet Gateway.</a:t>
            </a:r>
            <a:br/>
            <a:r>
              <a:t>  4. resources.tf: Provisiona Security Groups (Web e DB), Instância RDS PostgreSQL 15.4 e Bucket S3.</a:t>
            </a:r>
            <a:br/>
            <a:br/>
            <a:r>
              <a:t>• VALIDAÇÃO:</a:t>
            </a:r>
            <a:br/>
            <a:r>
              <a:t>  - 'terraform fmt -check': Executado com sucesso (0 desalinhamentos).</a:t>
            </a:r>
            <a:br/>
            <a:r>
              <a:t>  - 'terraform validate': Configuração válida e testada com sucesso!</a:t>
            </a:r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5DC577-20A1-4512-B4E1-28F0CC21B7A7}">
  <ds:schemaRefs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2236</TotalTime>
  <Words>1</Words>
  <Application>Microsoft Office PowerPoint</Application>
  <PresentationFormat>Personalizar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274</cp:revision>
  <dcterms:created xsi:type="dcterms:W3CDTF">2024-07-05T13:08:06Z</dcterms:created>
  <dcterms:modified xsi:type="dcterms:W3CDTF">2025-05-06T18:05:35Z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2025-05-06T18:05:23Z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f7eb1f72-4224-4c80-b912-b5ba8cf00994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