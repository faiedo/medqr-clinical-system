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notesMasterIdLst>
    <p:notesMasterId r:id="rId17"/>
  </p:notesMasterIdLst>
  <p:handoutMasterIdLst>
    <p:handoutMasterId r:id="rId18"/>
  </p:handoutMasterIdLst>
  <p:sldIdLst>
    <p:sldId id="288" r:id="rId5"/>
    <p:sldId id="325" r:id="rId6"/>
    <p:sldId id="301" r:id="rId7"/>
    <p:sldId id="302" r:id="rId8"/>
    <p:sldId id="326" r:id="rId9"/>
    <p:sldId id="327" r:id="rId10"/>
    <p:sldId id="293" r:id="rId11"/>
    <p:sldId id="304" r:id="rId12"/>
    <p:sldId id="321" r:id="rId13"/>
    <p:sldId id="323" r:id="rId14"/>
    <p:sldId id="324" r:id="rId15"/>
    <p:sldId id="300" r:id="rId16"/>
  </p:sldIdLst>
  <p:sldSz cx="16402050" cy="960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DB409441-E25A-462F-9A2D-B5D2AB63FBF8}">
          <p14:sldIdLst>
            <p14:sldId id="288"/>
            <p14:sldId id="325"/>
            <p14:sldId id="301"/>
            <p14:sldId id="302"/>
            <p14:sldId id="326"/>
            <p14:sldId id="327"/>
            <p14:sldId id="293"/>
            <p14:sldId id="304"/>
            <p14:sldId id="321"/>
            <p14:sldId id="323"/>
            <p14:sldId id="324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aela Boletti Duraes Souto" initials="RBDS" lastIdx="0" clrIdx="0">
    <p:extLst>
      <p:ext uri="{19B8F6BF-5375-455C-9EA6-DF929625EA0E}">
        <p15:presenceInfo xmlns:p15="http://schemas.microsoft.com/office/powerpoint/2012/main" userId="S-1-5-21-602162358-1580818891-839522115-280194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559B"/>
    <a:srgbClr val="C3A77A"/>
    <a:srgbClr val="9E7E54"/>
    <a:srgbClr val="AE9780"/>
    <a:srgbClr val="9999FF"/>
    <a:srgbClr val="85677A"/>
    <a:srgbClr val="A87F6E"/>
    <a:srgbClr val="EEEEFC"/>
    <a:srgbClr val="19266B"/>
    <a:srgbClr val="3936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32" autoAdjust="0"/>
    <p:restoredTop sz="91704" autoAdjust="0"/>
  </p:normalViewPr>
  <p:slideViewPr>
    <p:cSldViewPr snapToGrid="0">
      <p:cViewPr varScale="1">
        <p:scale>
          <a:sx n="41" d="100"/>
          <a:sy n="41" d="100"/>
        </p:scale>
        <p:origin x="1080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-144"/>
    </p:cViewPr>
  </p:sorterViewPr>
  <p:notesViewPr>
    <p:cSldViewPr snapToGrid="0">
      <p:cViewPr>
        <p:scale>
          <a:sx n="1" d="2"/>
          <a:sy n="1" d="2"/>
        </p:scale>
        <p:origin x="3108" y="52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commentAuthors" Target="commentAuthor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a Boletti Duraes Souto" userId="78f52f2a-2d51-4833-a638-c8c75f30638a" providerId="ADAL" clId="{1BE0BE59-C17C-45AB-ACC7-F48B4A5A56F5}"/>
    <pc:docChg chg="undo redo custSel addSld delSld modSld modMainMaster modSection">
      <pc:chgData name="Rafaela Boletti Duraes Souto" userId="78f52f2a-2d51-4833-a638-c8c75f30638a" providerId="ADAL" clId="{1BE0BE59-C17C-45AB-ACC7-F48B4A5A56F5}" dt="2025-05-06T16:52:06.924" v="568" actId="20577"/>
      <pc:docMkLst>
        <pc:docMk/>
      </pc:docMkLst>
      <pc:sldChg chg="addSp delSp modSp addCm delCm">
        <pc:chgData name="Rafaela Boletti Duraes Souto" userId="78f52f2a-2d51-4833-a638-c8c75f30638a" providerId="ADAL" clId="{1BE0BE59-C17C-45AB-ACC7-F48B4A5A56F5}" dt="2025-05-06T16:50:16.345" v="550"/>
        <pc:sldMkLst>
          <pc:docMk/>
          <pc:sldMk cId="1260139504" sldId="304"/>
        </pc:sldMkLst>
        <pc:spChg chg="add mod">
          <ac:chgData name="Rafaela Boletti Duraes Souto" userId="78f52f2a-2d51-4833-a638-c8c75f30638a" providerId="ADAL" clId="{1BE0BE59-C17C-45AB-ACC7-F48B4A5A56F5}" dt="2025-05-06T16:50:16.345" v="550"/>
          <ac:spMkLst>
            <pc:docMk/>
            <pc:sldMk cId="1260139504" sldId="304"/>
            <ac:spMk id="2" creationId="{0796DCB6-D43A-4EB7-8614-1476A7E4B4E8}"/>
          </ac:spMkLst>
        </pc:spChg>
        <pc:spChg chg="del">
          <ac:chgData name="Rafaela Boletti Duraes Souto" userId="78f52f2a-2d51-4833-a638-c8c75f30638a" providerId="ADAL" clId="{1BE0BE59-C17C-45AB-ACC7-F48B4A5A56F5}" dt="2025-05-05T11:42:19.197" v="199"/>
          <ac:spMkLst>
            <pc:docMk/>
            <pc:sldMk cId="1260139504" sldId="304"/>
            <ac:spMk id="2" creationId="{D7D24110-9CF6-4808-A183-6F6C69A8FF20}"/>
          </ac:spMkLst>
        </pc:spChg>
        <pc:spChg chg="add mod">
          <ac:chgData name="Rafaela Boletti Duraes Souto" userId="78f52f2a-2d51-4833-a638-c8c75f30638a" providerId="ADAL" clId="{1BE0BE59-C17C-45AB-ACC7-F48B4A5A56F5}" dt="2025-05-06T16:50:16.345" v="550"/>
          <ac:spMkLst>
            <pc:docMk/>
            <pc:sldMk cId="1260139504" sldId="304"/>
            <ac:spMk id="3" creationId="{2A21E794-B8F1-4074-A736-C3EC5824ADE5}"/>
          </ac:spMkLst>
        </pc:spChg>
        <pc:spChg chg="del mod">
          <ac:chgData name="Rafaela Boletti Duraes Souto" userId="78f52f2a-2d51-4833-a638-c8c75f30638a" providerId="ADAL" clId="{1BE0BE59-C17C-45AB-ACC7-F48B4A5A56F5}" dt="2025-05-05T11:42:19.197" v="199"/>
          <ac:spMkLst>
            <pc:docMk/>
            <pc:sldMk cId="1260139504" sldId="304"/>
            <ac:spMk id="3" creationId="{A6A00772-47B3-4E87-A9DE-3AF749816E28}"/>
          </ac:spMkLst>
        </pc:spChg>
        <pc:spChg chg="add del mod">
          <ac:chgData name="Rafaela Boletti Duraes Souto" userId="78f52f2a-2d51-4833-a638-c8c75f30638a" providerId="ADAL" clId="{1BE0BE59-C17C-45AB-ACC7-F48B4A5A56F5}" dt="2025-05-05T12:07:52.946" v="445"/>
          <ac:spMkLst>
            <pc:docMk/>
            <pc:sldMk cId="1260139504" sldId="304"/>
            <ac:spMk id="4" creationId="{99953F9D-45B2-465B-9CE1-EE982C63267B}"/>
          </ac:spMkLst>
        </pc:spChg>
        <pc:spChg chg="add del mod">
          <ac:chgData name="Rafaela Boletti Duraes Souto" userId="78f52f2a-2d51-4833-a638-c8c75f30638a" providerId="ADAL" clId="{1BE0BE59-C17C-45AB-ACC7-F48B4A5A56F5}" dt="2025-05-05T12:07:52.946" v="445"/>
          <ac:spMkLst>
            <pc:docMk/>
            <pc:sldMk cId="1260139504" sldId="304"/>
            <ac:spMk id="5" creationId="{83C239BC-4C5B-4BF8-86D9-CC9E7C2D15B3}"/>
          </ac:spMkLst>
        </pc:spChg>
        <pc:spChg chg="add del mod">
          <ac:chgData name="Rafaela Boletti Duraes Souto" userId="78f52f2a-2d51-4833-a638-c8c75f30638a" providerId="ADAL" clId="{1BE0BE59-C17C-45AB-ACC7-F48B4A5A56F5}" dt="2025-05-05T12:08:01.810" v="448"/>
          <ac:spMkLst>
            <pc:docMk/>
            <pc:sldMk cId="1260139504" sldId="304"/>
            <ac:spMk id="6" creationId="{176D5A7D-3D70-44FA-9B51-6A4DC68A1672}"/>
          </ac:spMkLst>
        </pc:spChg>
        <pc:spChg chg="add del mod">
          <ac:chgData name="Rafaela Boletti Duraes Souto" userId="78f52f2a-2d51-4833-a638-c8c75f30638a" providerId="ADAL" clId="{1BE0BE59-C17C-45AB-ACC7-F48B4A5A56F5}" dt="2025-05-05T12:08:01.810" v="448"/>
          <ac:spMkLst>
            <pc:docMk/>
            <pc:sldMk cId="1260139504" sldId="304"/>
            <ac:spMk id="7" creationId="{36DADCD3-3ED2-4FA2-9CDA-99E14CBA19F9}"/>
          </ac:spMkLst>
        </pc:spChg>
        <pc:spChg chg="add del mod">
          <ac:chgData name="Rafaela Boletti Duraes Souto" userId="78f52f2a-2d51-4833-a638-c8c75f30638a" providerId="ADAL" clId="{1BE0BE59-C17C-45AB-ACC7-F48B4A5A56F5}" dt="2025-05-06T16:50:16.345" v="550"/>
          <ac:spMkLst>
            <pc:docMk/>
            <pc:sldMk cId="1260139504" sldId="304"/>
            <ac:spMk id="8" creationId="{D3BA9835-719A-4C5A-BBFD-EE7FF6D1497D}"/>
          </ac:spMkLst>
        </pc:spChg>
        <pc:spChg chg="add del mod">
          <ac:chgData name="Rafaela Boletti Duraes Souto" userId="78f52f2a-2d51-4833-a638-c8c75f30638a" providerId="ADAL" clId="{1BE0BE59-C17C-45AB-ACC7-F48B4A5A56F5}" dt="2025-05-06T16:50:16.345" v="550"/>
          <ac:spMkLst>
            <pc:docMk/>
            <pc:sldMk cId="1260139504" sldId="304"/>
            <ac:spMk id="9" creationId="{97D229F4-AC1B-4054-B009-72710EB1FEB2}"/>
          </ac:spMkLst>
        </pc:spChg>
      </pc:sldChg>
      <pc:sldChg chg="addSp delSp modSp">
        <pc:chgData name="Rafaela Boletti Duraes Souto" userId="78f52f2a-2d51-4833-a638-c8c75f30638a" providerId="ADAL" clId="{1BE0BE59-C17C-45AB-ACC7-F48B4A5A56F5}" dt="2025-05-06T16:50:22.687" v="551"/>
        <pc:sldMkLst>
          <pc:docMk/>
          <pc:sldMk cId="3670702398" sldId="321"/>
        </pc:sldMkLst>
        <pc:spChg chg="add mod">
          <ac:chgData name="Rafaela Boletti Duraes Souto" userId="78f52f2a-2d51-4833-a638-c8c75f30638a" providerId="ADAL" clId="{1BE0BE59-C17C-45AB-ACC7-F48B4A5A56F5}" dt="2025-05-06T16:50:22.687" v="551"/>
          <ac:spMkLst>
            <pc:docMk/>
            <pc:sldMk cId="3670702398" sldId="321"/>
            <ac:spMk id="2" creationId="{B1C23B81-E62A-4DBE-B9A9-C4B80D49122D}"/>
          </ac:spMkLst>
        </pc:spChg>
        <pc:spChg chg="del">
          <ac:chgData name="Rafaela Boletti Duraes Souto" userId="78f52f2a-2d51-4833-a638-c8c75f30638a" providerId="ADAL" clId="{1BE0BE59-C17C-45AB-ACC7-F48B4A5A56F5}" dt="2025-05-05T11:42:21.264" v="200"/>
          <ac:spMkLst>
            <pc:docMk/>
            <pc:sldMk cId="3670702398" sldId="321"/>
            <ac:spMk id="2" creationId="{E0EA881E-EB7A-4C5A-8748-8FBD05FD2253}"/>
          </ac:spMkLst>
        </pc:spChg>
        <pc:spChg chg="del">
          <ac:chgData name="Rafaela Boletti Duraes Souto" userId="78f52f2a-2d51-4833-a638-c8c75f30638a" providerId="ADAL" clId="{1BE0BE59-C17C-45AB-ACC7-F48B4A5A56F5}" dt="2025-05-05T11:42:21.264" v="200"/>
          <ac:spMkLst>
            <pc:docMk/>
            <pc:sldMk cId="3670702398" sldId="321"/>
            <ac:spMk id="3" creationId="{55F43A20-997C-4DAE-896A-15E1342BC0A2}"/>
          </ac:spMkLst>
        </pc:spChg>
        <pc:spChg chg="add del mod">
          <ac:chgData name="Rafaela Boletti Duraes Souto" userId="78f52f2a-2d51-4833-a638-c8c75f30638a" providerId="ADAL" clId="{1BE0BE59-C17C-45AB-ACC7-F48B4A5A56F5}" dt="2025-05-05T12:07:55.318" v="446"/>
          <ac:spMkLst>
            <pc:docMk/>
            <pc:sldMk cId="3670702398" sldId="321"/>
            <ac:spMk id="4" creationId="{0BAFBE25-ED8F-462A-87AD-D566434394D9}"/>
          </ac:spMkLst>
        </pc:spChg>
        <pc:spChg chg="add del mod">
          <ac:chgData name="Rafaela Boletti Duraes Souto" userId="78f52f2a-2d51-4833-a638-c8c75f30638a" providerId="ADAL" clId="{1BE0BE59-C17C-45AB-ACC7-F48B4A5A56F5}" dt="2025-05-05T12:07:55.318" v="446"/>
          <ac:spMkLst>
            <pc:docMk/>
            <pc:sldMk cId="3670702398" sldId="321"/>
            <ac:spMk id="5" creationId="{CDD10D65-F371-45BE-BD32-56BB78E19136}"/>
          </ac:spMkLst>
        </pc:spChg>
        <pc:spChg chg="add del mod">
          <ac:chgData name="Rafaela Boletti Duraes Souto" userId="78f52f2a-2d51-4833-a638-c8c75f30638a" providerId="ADAL" clId="{1BE0BE59-C17C-45AB-ACC7-F48B4A5A56F5}" dt="2025-05-05T12:08:03.535" v="449"/>
          <ac:spMkLst>
            <pc:docMk/>
            <pc:sldMk cId="3670702398" sldId="321"/>
            <ac:spMk id="6" creationId="{8342F982-D74A-4D7B-A3D6-DCC522151EC2}"/>
          </ac:spMkLst>
        </pc:spChg>
        <pc:spChg chg="add del mod">
          <ac:chgData name="Rafaela Boletti Duraes Souto" userId="78f52f2a-2d51-4833-a638-c8c75f30638a" providerId="ADAL" clId="{1BE0BE59-C17C-45AB-ACC7-F48B4A5A56F5}" dt="2025-05-05T12:08:03.535" v="449"/>
          <ac:spMkLst>
            <pc:docMk/>
            <pc:sldMk cId="3670702398" sldId="321"/>
            <ac:spMk id="7" creationId="{43400FF5-A2FC-4FFB-89AC-026C4D85A1EF}"/>
          </ac:spMkLst>
        </pc:spChg>
        <pc:spChg chg="add del mod">
          <ac:chgData name="Rafaela Boletti Duraes Souto" userId="78f52f2a-2d51-4833-a638-c8c75f30638a" providerId="ADAL" clId="{1BE0BE59-C17C-45AB-ACC7-F48B4A5A56F5}" dt="2025-05-06T16:50:22.687" v="551"/>
          <ac:spMkLst>
            <pc:docMk/>
            <pc:sldMk cId="3670702398" sldId="321"/>
            <ac:spMk id="8" creationId="{60249443-232F-458E-9DF2-AEFA59C24AF4}"/>
          </ac:spMkLst>
        </pc:spChg>
        <pc:spChg chg="add del mod">
          <ac:chgData name="Rafaela Boletti Duraes Souto" userId="78f52f2a-2d51-4833-a638-c8c75f30638a" providerId="ADAL" clId="{1BE0BE59-C17C-45AB-ACC7-F48B4A5A56F5}" dt="2025-05-06T16:50:22.687" v="551"/>
          <ac:spMkLst>
            <pc:docMk/>
            <pc:sldMk cId="3670702398" sldId="321"/>
            <ac:spMk id="9" creationId="{CD7F1B20-EED5-4BDE-9113-94EB5D77E000}"/>
          </ac:spMkLst>
        </pc:spChg>
      </pc:sldChg>
      <pc:sldChg chg="addSp delSp modSp del">
        <pc:chgData name="Rafaela Boletti Duraes Souto" userId="78f52f2a-2d51-4833-a638-c8c75f30638a" providerId="ADAL" clId="{1BE0BE59-C17C-45AB-ACC7-F48B4A5A56F5}" dt="2025-05-06T16:47:09.053" v="484" actId="2696"/>
        <pc:sldMkLst>
          <pc:docMk/>
          <pc:sldMk cId="4250345591" sldId="322"/>
        </pc:sldMkLst>
        <pc:spChg chg="add del mod">
          <ac:chgData name="Rafaela Boletti Duraes Souto" userId="78f52f2a-2d51-4833-a638-c8c75f30638a" providerId="ADAL" clId="{1BE0BE59-C17C-45AB-ACC7-F48B4A5A56F5}" dt="2025-05-05T12:07:59.474" v="447"/>
          <ac:spMkLst>
            <pc:docMk/>
            <pc:sldMk cId="4250345591" sldId="322"/>
            <ac:spMk id="2" creationId="{BECDCCDE-7B29-4D17-A9D4-AD504C8C42C1}"/>
          </ac:spMkLst>
        </pc:spChg>
        <pc:spChg chg="add del mod">
          <ac:chgData name="Rafaela Boletti Duraes Souto" userId="78f52f2a-2d51-4833-a638-c8c75f30638a" providerId="ADAL" clId="{1BE0BE59-C17C-45AB-ACC7-F48B4A5A56F5}" dt="2025-05-05T12:08:05.622" v="450"/>
          <ac:spMkLst>
            <pc:docMk/>
            <pc:sldMk cId="4250345591" sldId="322"/>
            <ac:spMk id="3" creationId="{56A9B5B9-DDC1-4A79-AEDC-BA84A022BEF8}"/>
          </ac:spMkLst>
        </pc:spChg>
        <pc:spChg chg="add mod">
          <ac:chgData name="Rafaela Boletti Duraes Souto" userId="78f52f2a-2d51-4833-a638-c8c75f30638a" providerId="ADAL" clId="{1BE0BE59-C17C-45AB-ACC7-F48B4A5A56F5}" dt="2025-05-05T12:08:05.622" v="450"/>
          <ac:spMkLst>
            <pc:docMk/>
            <pc:sldMk cId="4250345591" sldId="322"/>
            <ac:spMk id="4" creationId="{48FD5BE3-8135-4CE6-A546-C928937C45CE}"/>
          </ac:spMkLst>
        </pc:spChg>
        <pc:spChg chg="del">
          <ac:chgData name="Rafaela Boletti Duraes Souto" userId="78f52f2a-2d51-4833-a638-c8c75f30638a" providerId="ADAL" clId="{1BE0BE59-C17C-45AB-ACC7-F48B4A5A56F5}" dt="2025-05-05T11:42:23.369" v="201"/>
          <ac:spMkLst>
            <pc:docMk/>
            <pc:sldMk cId="4250345591" sldId="322"/>
            <ac:spMk id="5" creationId="{11CEC448-03FF-4078-9793-DF971F9A625D}"/>
          </ac:spMkLst>
        </pc:spChg>
      </pc:sldChg>
      <pc:sldChg chg="addSp delSp modSp">
        <pc:chgData name="Rafaela Boletti Duraes Souto" userId="78f52f2a-2d51-4833-a638-c8c75f30638a" providerId="ADAL" clId="{1BE0BE59-C17C-45AB-ACC7-F48B4A5A56F5}" dt="2025-05-06T16:50:27.507" v="552"/>
        <pc:sldMkLst>
          <pc:docMk/>
          <pc:sldMk cId="3297169908" sldId="324"/>
        </pc:sldMkLst>
        <pc:spChg chg="del">
          <ac:chgData name="Rafaela Boletti Duraes Souto" userId="78f52f2a-2d51-4833-a638-c8c75f30638a" providerId="ADAL" clId="{1BE0BE59-C17C-45AB-ACC7-F48B4A5A56F5}" dt="2025-05-05T11:42:26.474" v="202"/>
          <ac:spMkLst>
            <pc:docMk/>
            <pc:sldMk cId="3297169908" sldId="324"/>
            <ac:spMk id="2" creationId="{0B26FC1A-71A6-4B64-97C5-F29E52DEEA85}"/>
          </ac:spMkLst>
        </pc:spChg>
        <pc:spChg chg="add mod">
          <ac:chgData name="Rafaela Boletti Duraes Souto" userId="78f52f2a-2d51-4833-a638-c8c75f30638a" providerId="ADAL" clId="{1BE0BE59-C17C-45AB-ACC7-F48B4A5A56F5}" dt="2025-05-06T16:50:27.507" v="552"/>
          <ac:spMkLst>
            <pc:docMk/>
            <pc:sldMk cId="3297169908" sldId="324"/>
            <ac:spMk id="2" creationId="{10AAEE1E-24CB-4CA6-848A-9AF9798EED56}"/>
          </ac:spMkLst>
        </pc:spChg>
        <pc:spChg chg="add mod">
          <ac:chgData name="Rafaela Boletti Duraes Souto" userId="78f52f2a-2d51-4833-a638-c8c75f30638a" providerId="ADAL" clId="{1BE0BE59-C17C-45AB-ACC7-F48B4A5A56F5}" dt="2025-05-06T16:50:27.507" v="552"/>
          <ac:spMkLst>
            <pc:docMk/>
            <pc:sldMk cId="3297169908" sldId="324"/>
            <ac:spMk id="3" creationId="{3E120464-6849-45E5-BCA4-D72C557D9420}"/>
          </ac:spMkLst>
        </pc:spChg>
        <pc:spChg chg="del">
          <ac:chgData name="Rafaela Boletti Duraes Souto" userId="78f52f2a-2d51-4833-a638-c8c75f30638a" providerId="ADAL" clId="{1BE0BE59-C17C-45AB-ACC7-F48B4A5A56F5}" dt="2025-05-05T11:42:26.474" v="202"/>
          <ac:spMkLst>
            <pc:docMk/>
            <pc:sldMk cId="3297169908" sldId="324"/>
            <ac:spMk id="3" creationId="{DBCB373E-49C6-4796-8186-26B680D0CB1E}"/>
          </ac:spMkLst>
        </pc:spChg>
        <pc:spChg chg="add del mod">
          <ac:chgData name="Rafaela Boletti Duraes Souto" userId="78f52f2a-2d51-4833-a638-c8c75f30638a" providerId="ADAL" clId="{1BE0BE59-C17C-45AB-ACC7-F48B4A5A56F5}" dt="2025-05-05T12:08:10.248" v="451"/>
          <ac:spMkLst>
            <pc:docMk/>
            <pc:sldMk cId="3297169908" sldId="324"/>
            <ac:spMk id="4" creationId="{9F6DC4D2-6A4F-480F-94C9-10A02F0DE587}"/>
          </ac:spMkLst>
        </pc:spChg>
        <pc:spChg chg="add del mod">
          <ac:chgData name="Rafaela Boletti Duraes Souto" userId="78f52f2a-2d51-4833-a638-c8c75f30638a" providerId="ADAL" clId="{1BE0BE59-C17C-45AB-ACC7-F48B4A5A56F5}" dt="2025-05-05T12:08:10.248" v="451"/>
          <ac:spMkLst>
            <pc:docMk/>
            <pc:sldMk cId="3297169908" sldId="324"/>
            <ac:spMk id="5" creationId="{191E6475-5612-425D-A8AA-CE23977F83DD}"/>
          </ac:spMkLst>
        </pc:spChg>
        <pc:spChg chg="add del mod">
          <ac:chgData name="Rafaela Boletti Duraes Souto" userId="78f52f2a-2d51-4833-a638-c8c75f30638a" providerId="ADAL" clId="{1BE0BE59-C17C-45AB-ACC7-F48B4A5A56F5}" dt="2025-05-06T16:50:27.507" v="552"/>
          <ac:spMkLst>
            <pc:docMk/>
            <pc:sldMk cId="3297169908" sldId="324"/>
            <ac:spMk id="6" creationId="{99DD9AD1-C9E5-4B3F-ABDC-AB47C3C58CB4}"/>
          </ac:spMkLst>
        </pc:spChg>
        <pc:spChg chg="add del mod">
          <ac:chgData name="Rafaela Boletti Duraes Souto" userId="78f52f2a-2d51-4833-a638-c8c75f30638a" providerId="ADAL" clId="{1BE0BE59-C17C-45AB-ACC7-F48B4A5A56F5}" dt="2025-05-06T16:50:27.507" v="552"/>
          <ac:spMkLst>
            <pc:docMk/>
            <pc:sldMk cId="3297169908" sldId="324"/>
            <ac:spMk id="7" creationId="{C838761C-AF09-4F33-B136-9717CF6C77CF}"/>
          </ac:spMkLst>
        </pc:spChg>
      </pc:sldChg>
      <pc:sldChg chg="add del">
        <pc:chgData name="Rafaela Boletti Duraes Souto" userId="78f52f2a-2d51-4833-a638-c8c75f30638a" providerId="ADAL" clId="{1BE0BE59-C17C-45AB-ACC7-F48B4A5A56F5}" dt="2025-05-05T12:07:50.272" v="444"/>
        <pc:sldMkLst>
          <pc:docMk/>
          <pc:sldMk cId="1730374602" sldId="328"/>
        </pc:sldMkLst>
      </pc:sldChg>
      <pc:sldMasterChg chg="delSldLayout modSldLayout">
        <pc:chgData name="Rafaela Boletti Duraes Souto" userId="78f52f2a-2d51-4833-a638-c8c75f30638a" providerId="ADAL" clId="{1BE0BE59-C17C-45AB-ACC7-F48B4A5A56F5}" dt="2025-05-06T16:52:06.924" v="568" actId="20577"/>
        <pc:sldMasterMkLst>
          <pc:docMk/>
          <pc:sldMasterMk cId="1747979782" sldId="2147483665"/>
        </pc:sldMasterMkLst>
        <pc:sldLayoutChg chg="modSp">
          <pc:chgData name="Rafaela Boletti Duraes Souto" userId="78f52f2a-2d51-4833-a638-c8c75f30638a" providerId="ADAL" clId="{1BE0BE59-C17C-45AB-ACC7-F48B4A5A56F5}" dt="2025-05-05T11:33:50.393" v="152" actId="6549"/>
          <pc:sldLayoutMkLst>
            <pc:docMk/>
            <pc:sldMasterMk cId="1747979782" sldId="2147483665"/>
            <pc:sldLayoutMk cId="1710461186" sldId="2147483706"/>
          </pc:sldLayoutMkLst>
          <pc:spChg chg="mod">
            <ac:chgData name="Rafaela Boletti Duraes Souto" userId="78f52f2a-2d51-4833-a638-c8c75f30638a" providerId="ADAL" clId="{1BE0BE59-C17C-45AB-ACC7-F48B4A5A56F5}" dt="2025-05-05T11:33:50.393" v="152" actId="6549"/>
            <ac:spMkLst>
              <pc:docMk/>
              <pc:sldMasterMk cId="1747979782" sldId="2147483665"/>
              <pc:sldLayoutMk cId="1710461186" sldId="2147483706"/>
              <ac:spMk id="10" creationId="{A3E46545-5E91-4C76-87DB-86D3C5ED1CF2}"/>
            </ac:spMkLst>
          </pc:spChg>
        </pc:sldLayoutChg>
        <pc:sldLayoutChg chg="addSp delSp modSp">
          <pc:chgData name="Rafaela Boletti Duraes Souto" userId="78f52f2a-2d51-4833-a638-c8c75f30638a" providerId="ADAL" clId="{1BE0BE59-C17C-45AB-ACC7-F48B4A5A56F5}" dt="2025-05-05T12:43:18.213" v="477" actId="20577"/>
          <pc:sldLayoutMkLst>
            <pc:docMk/>
            <pc:sldMasterMk cId="1747979782" sldId="2147483665"/>
            <pc:sldLayoutMk cId="1087986744" sldId="2147483728"/>
          </pc:sldLayoutMkLst>
          <pc:spChg chg="del mod">
            <ac:chgData name="Rafaela Boletti Duraes Souto" userId="78f52f2a-2d51-4833-a638-c8c75f30638a" providerId="ADAL" clId="{1BE0BE59-C17C-45AB-ACC7-F48B4A5A56F5}" dt="2025-05-05T11:34:01.828" v="157" actId="478"/>
            <ac:spMkLst>
              <pc:docMk/>
              <pc:sldMasterMk cId="1747979782" sldId="2147483665"/>
              <pc:sldLayoutMk cId="1087986744" sldId="2147483728"/>
              <ac:spMk id="2" creationId="{72189A0E-F081-4C4C-B5C2-CD5A4F779FC4}"/>
            </ac:spMkLst>
          </pc:spChg>
          <pc:spChg chg="mod">
            <ac:chgData name="Rafaela Boletti Duraes Souto" userId="78f52f2a-2d51-4833-a638-c8c75f30638a" providerId="ADAL" clId="{1BE0BE59-C17C-45AB-ACC7-F48B4A5A56F5}" dt="2025-05-05T11:33:58.724" v="156" actId="14100"/>
            <ac:spMkLst>
              <pc:docMk/>
              <pc:sldMasterMk cId="1747979782" sldId="2147483665"/>
              <pc:sldLayoutMk cId="1087986744" sldId="2147483728"/>
              <ac:spMk id="9" creationId="{B4A74413-C4BC-4DEC-B941-B0212D2BBC4E}"/>
            </ac:spMkLst>
          </pc:spChg>
          <pc:spChg chg="mod">
            <ac:chgData name="Rafaela Boletti Duraes Souto" userId="78f52f2a-2d51-4833-a638-c8c75f30638a" providerId="ADAL" clId="{1BE0BE59-C17C-45AB-ACC7-F48B4A5A56F5}" dt="2025-05-05T12:05:56.007" v="424" actId="14100"/>
            <ac:spMkLst>
              <pc:docMk/>
              <pc:sldMasterMk cId="1747979782" sldId="2147483665"/>
              <pc:sldLayoutMk cId="1087986744" sldId="2147483728"/>
              <ac:spMk id="10" creationId="{A3E46545-5E91-4C76-87DB-86D3C5ED1CF2}"/>
            </ac:spMkLst>
          </pc:spChg>
          <pc:graphicFrameChg chg="add mod modGraphic">
            <ac:chgData name="Rafaela Boletti Duraes Souto" userId="78f52f2a-2d51-4833-a638-c8c75f30638a" providerId="ADAL" clId="{1BE0BE59-C17C-45AB-ACC7-F48B4A5A56F5}" dt="2025-05-05T12:43:18.213" v="477" actId="20577"/>
            <ac:graphicFrameMkLst>
              <pc:docMk/>
              <pc:sldMasterMk cId="1747979782" sldId="2147483665"/>
              <pc:sldLayoutMk cId="1087986744" sldId="2147483728"/>
              <ac:graphicFrameMk id="11" creationId="{3BC377D6-90BA-4821-B87E-B1364DB8CEDD}"/>
            </ac:graphicFrameMkLst>
          </pc:graphicFrameChg>
        </pc:sldLayoutChg>
        <pc:sldLayoutChg chg="addSp delSp modSp">
          <pc:chgData name="Rafaela Boletti Duraes Souto" userId="78f52f2a-2d51-4833-a638-c8c75f30638a" providerId="ADAL" clId="{1BE0BE59-C17C-45AB-ACC7-F48B4A5A56F5}" dt="2025-05-06T16:49:21.306" v="549" actId="14100"/>
          <pc:sldLayoutMkLst>
            <pc:docMk/>
            <pc:sldMasterMk cId="1747979782" sldId="2147483665"/>
            <pc:sldLayoutMk cId="2918992942" sldId="2147483729"/>
          </pc:sldLayoutMkLst>
          <pc:spChg chg="del mod">
            <ac:chgData name="Rafaela Boletti Duraes Souto" userId="78f52f2a-2d51-4833-a638-c8c75f30638a" providerId="ADAL" clId="{1BE0BE59-C17C-45AB-ACC7-F48B4A5A56F5}" dt="2025-05-05T12:06:06.413" v="425" actId="478"/>
            <ac:spMkLst>
              <pc:docMk/>
              <pc:sldMasterMk cId="1747979782" sldId="2147483665"/>
              <pc:sldLayoutMk cId="2918992942" sldId="2147483729"/>
              <ac:spMk id="10" creationId="{A3E46545-5E91-4C76-87DB-86D3C5ED1CF2}"/>
            </ac:spMkLst>
          </pc:spChg>
          <pc:spChg chg="del">
            <ac:chgData name="Rafaela Boletti Duraes Souto" userId="78f52f2a-2d51-4833-a638-c8c75f30638a" providerId="ADAL" clId="{1BE0BE59-C17C-45AB-ACC7-F48B4A5A56F5}" dt="2025-05-06T16:47:44.757" v="486" actId="478"/>
            <ac:spMkLst>
              <pc:docMk/>
              <pc:sldMasterMk cId="1747979782" sldId="2147483665"/>
              <pc:sldLayoutMk cId="2918992942" sldId="2147483729"/>
              <ac:spMk id="11" creationId="{42C538E5-219A-4579-9D48-F9229E365527}"/>
            </ac:spMkLst>
          </pc:spChg>
          <pc:spChg chg="add">
            <ac:chgData name="Rafaela Boletti Duraes Souto" userId="78f52f2a-2d51-4833-a638-c8c75f30638a" providerId="ADAL" clId="{1BE0BE59-C17C-45AB-ACC7-F48B4A5A56F5}" dt="2025-05-05T12:06:06.885" v="426"/>
            <ac:spMkLst>
              <pc:docMk/>
              <pc:sldMasterMk cId="1747979782" sldId="2147483665"/>
              <pc:sldLayoutMk cId="2918992942" sldId="2147483729"/>
              <ac:spMk id="12" creationId="{2C88FADB-3181-4CC0-AA91-FB474121F9F0}"/>
            </ac:spMkLst>
          </pc:spChg>
          <pc:spChg chg="add del">
            <ac:chgData name="Rafaela Boletti Duraes Souto" userId="78f52f2a-2d51-4833-a638-c8c75f30638a" providerId="ADAL" clId="{1BE0BE59-C17C-45AB-ACC7-F48B4A5A56F5}" dt="2025-05-02T12:53:31.902" v="19" actId="478"/>
            <ac:spMkLst>
              <pc:docMk/>
              <pc:sldMasterMk cId="1747979782" sldId="2147483665"/>
              <pc:sldLayoutMk cId="2918992942" sldId="2147483729"/>
              <ac:spMk id="12" creationId="{5780E429-C762-482D-8833-F821595E0BF5}"/>
            </ac:spMkLst>
          </pc:spChg>
          <pc:spChg chg="add del">
            <ac:chgData name="Rafaela Boletti Duraes Souto" userId="78f52f2a-2d51-4833-a638-c8c75f30638a" providerId="ADAL" clId="{1BE0BE59-C17C-45AB-ACC7-F48B4A5A56F5}" dt="2025-05-05T11:40:02.188" v="191" actId="478"/>
            <ac:spMkLst>
              <pc:docMk/>
              <pc:sldMasterMk cId="1747979782" sldId="2147483665"/>
              <pc:sldLayoutMk cId="2918992942" sldId="2147483729"/>
              <ac:spMk id="13" creationId="{CB1219DD-2D6B-4BEB-AC95-200E2312627E}"/>
            </ac:spMkLst>
          </pc:spChg>
          <pc:spChg chg="del">
            <ac:chgData name="Rafaela Boletti Duraes Souto" userId="78f52f2a-2d51-4833-a638-c8c75f30638a" providerId="ADAL" clId="{1BE0BE59-C17C-45AB-ACC7-F48B4A5A56F5}" dt="2025-05-02T12:53:12.809" v="12" actId="478"/>
            <ac:spMkLst>
              <pc:docMk/>
              <pc:sldMasterMk cId="1747979782" sldId="2147483665"/>
              <pc:sldLayoutMk cId="2918992942" sldId="2147483729"/>
              <ac:spMk id="14" creationId="{0B66A95B-1152-4001-A6E2-DB258250F4B2}"/>
            </ac:spMkLst>
          </pc:spChg>
          <pc:spChg chg="mod">
            <ac:chgData name="Rafaela Boletti Duraes Souto" userId="78f52f2a-2d51-4833-a638-c8c75f30638a" providerId="ADAL" clId="{1BE0BE59-C17C-45AB-ACC7-F48B4A5A56F5}" dt="2025-05-06T16:49:21.306" v="549" actId="14100"/>
            <ac:spMkLst>
              <pc:docMk/>
              <pc:sldMasterMk cId="1747979782" sldId="2147483665"/>
              <pc:sldLayoutMk cId="2918992942" sldId="2147483729"/>
              <ac:spMk id="17" creationId="{40C1AF06-63D9-405D-94ED-2270CB6C71F7}"/>
            </ac:spMkLst>
          </pc:spChg>
          <pc:graphicFrameChg chg="add del">
            <ac:chgData name="Rafaela Boletti Duraes Souto" userId="78f52f2a-2d51-4833-a638-c8c75f30638a" providerId="ADAL" clId="{1BE0BE59-C17C-45AB-ACC7-F48B4A5A56F5}" dt="2025-05-05T12:43:21.706" v="478" actId="478"/>
            <ac:graphicFrameMkLst>
              <pc:docMk/>
              <pc:sldMasterMk cId="1747979782" sldId="2147483665"/>
              <pc:sldLayoutMk cId="2918992942" sldId="2147483729"/>
              <ac:graphicFrameMk id="10" creationId="{EC71CA2A-284B-4BF6-A20B-F004428498AE}"/>
            </ac:graphicFrameMkLst>
          </pc:graphicFrameChg>
          <pc:graphicFrameChg chg="add">
            <ac:chgData name="Rafaela Boletti Duraes Souto" userId="78f52f2a-2d51-4833-a638-c8c75f30638a" providerId="ADAL" clId="{1BE0BE59-C17C-45AB-ACC7-F48B4A5A56F5}" dt="2025-05-05T12:43:22.075" v="479"/>
            <ac:graphicFrameMkLst>
              <pc:docMk/>
              <pc:sldMasterMk cId="1747979782" sldId="2147483665"/>
              <pc:sldLayoutMk cId="2918992942" sldId="2147483729"/>
              <ac:graphicFrameMk id="13" creationId="{18D029B0-9E19-48F7-A5BA-EA9511C13C33}"/>
            </ac:graphicFrameMkLst>
          </pc:graphicFrameChg>
          <pc:graphicFrameChg chg="add del">
            <ac:chgData name="Rafaela Boletti Duraes Souto" userId="78f52f2a-2d51-4833-a638-c8c75f30638a" providerId="ADAL" clId="{1BE0BE59-C17C-45AB-ACC7-F48B4A5A56F5}" dt="2025-05-05T12:07:17.036" v="436" actId="478"/>
            <ac:graphicFrameMkLst>
              <pc:docMk/>
              <pc:sldMasterMk cId="1747979782" sldId="2147483665"/>
              <pc:sldLayoutMk cId="2918992942" sldId="2147483729"/>
              <ac:graphicFrameMk id="14" creationId="{42D4939B-0872-4F66-8AD0-EDA583CCF097}"/>
            </ac:graphicFrameMkLst>
          </pc:graphicFrameChg>
          <pc:graphicFrameChg chg="add del">
            <ac:chgData name="Rafaela Boletti Duraes Souto" userId="78f52f2a-2d51-4833-a638-c8c75f30638a" providerId="ADAL" clId="{1BE0BE59-C17C-45AB-ACC7-F48B4A5A56F5}" dt="2025-05-05T12:42:27.061" v="461" actId="478"/>
            <ac:graphicFrameMkLst>
              <pc:docMk/>
              <pc:sldMasterMk cId="1747979782" sldId="2147483665"/>
              <pc:sldLayoutMk cId="2918992942" sldId="2147483729"/>
              <ac:graphicFrameMk id="15" creationId="{938C7B4F-5FD9-4464-AD8C-9C843938B838}"/>
            </ac:graphicFrameMkLst>
          </pc:graphicFrameChg>
        </pc:sldLayoutChg>
        <pc:sldLayoutChg chg="addSp delSp modSp del">
          <pc:chgData name="Rafaela Boletti Duraes Souto" userId="78f52f2a-2d51-4833-a638-c8c75f30638a" providerId="ADAL" clId="{1BE0BE59-C17C-45AB-ACC7-F48B4A5A56F5}" dt="2025-05-06T16:47:25.217" v="485" actId="2696"/>
          <pc:sldLayoutMkLst>
            <pc:docMk/>
            <pc:sldMasterMk cId="1747979782" sldId="2147483665"/>
            <pc:sldLayoutMk cId="3930637263" sldId="2147483730"/>
          </pc:sldLayoutMkLst>
          <pc:spChg chg="add del">
            <ac:chgData name="Rafaela Boletti Duraes Souto" userId="78f52f2a-2d51-4833-a638-c8c75f30638a" providerId="ADAL" clId="{1BE0BE59-C17C-45AB-ACC7-F48B4A5A56F5}" dt="2025-05-02T12:53:34.760" v="21" actId="478"/>
            <ac:spMkLst>
              <pc:docMk/>
              <pc:sldMasterMk cId="1747979782" sldId="2147483665"/>
              <pc:sldLayoutMk cId="3930637263" sldId="2147483730"/>
              <ac:spMk id="9" creationId="{6A2522F4-DCD3-4C55-A77C-4A9481FD1D45}"/>
            </ac:spMkLst>
          </pc:spChg>
          <pc:spChg chg="del mod">
            <ac:chgData name="Rafaela Boletti Duraes Souto" userId="78f52f2a-2d51-4833-a638-c8c75f30638a" providerId="ADAL" clId="{1BE0BE59-C17C-45AB-ACC7-F48B4A5A56F5}" dt="2025-05-05T12:06:24.614" v="428" actId="478"/>
            <ac:spMkLst>
              <pc:docMk/>
              <pc:sldMasterMk cId="1747979782" sldId="2147483665"/>
              <pc:sldLayoutMk cId="3930637263" sldId="2147483730"/>
              <ac:spMk id="10" creationId="{A3E46545-5E91-4C76-87DB-86D3C5ED1CF2}"/>
            </ac:spMkLst>
          </pc:spChg>
          <pc:spChg chg="add del">
            <ac:chgData name="Rafaela Boletti Duraes Souto" userId="78f52f2a-2d51-4833-a638-c8c75f30638a" providerId="ADAL" clId="{1BE0BE59-C17C-45AB-ACC7-F48B4A5A56F5}" dt="2025-05-05T11:41:31.325" v="196" actId="478"/>
            <ac:spMkLst>
              <pc:docMk/>
              <pc:sldMasterMk cId="1747979782" sldId="2147483665"/>
              <pc:sldLayoutMk cId="3930637263" sldId="2147483730"/>
              <ac:spMk id="11" creationId="{5C33A2E1-0EF1-45C0-B805-1F43D38A96F1}"/>
            </ac:spMkLst>
          </pc:spChg>
          <pc:spChg chg="add">
            <ac:chgData name="Rafaela Boletti Duraes Souto" userId="78f52f2a-2d51-4833-a638-c8c75f30638a" providerId="ADAL" clId="{1BE0BE59-C17C-45AB-ACC7-F48B4A5A56F5}" dt="2025-05-05T12:06:28.191" v="430"/>
            <ac:spMkLst>
              <pc:docMk/>
              <pc:sldMasterMk cId="1747979782" sldId="2147483665"/>
              <pc:sldLayoutMk cId="3930637263" sldId="2147483730"/>
              <ac:spMk id="12" creationId="{94BC3042-C909-409A-96F6-4306A5F25744}"/>
            </ac:spMkLst>
          </pc:spChg>
          <pc:spChg chg="del">
            <ac:chgData name="Rafaela Boletti Duraes Souto" userId="78f52f2a-2d51-4833-a638-c8c75f30638a" providerId="ADAL" clId="{1BE0BE59-C17C-45AB-ACC7-F48B4A5A56F5}" dt="2025-05-02T12:53:15.315" v="14" actId="478"/>
            <ac:spMkLst>
              <pc:docMk/>
              <pc:sldMasterMk cId="1747979782" sldId="2147483665"/>
              <pc:sldLayoutMk cId="3930637263" sldId="2147483730"/>
              <ac:spMk id="13" creationId="{D9AF53FD-1126-438C-A9CE-568A765FE2CB}"/>
            </ac:spMkLst>
          </pc:spChg>
          <pc:graphicFrameChg chg="add del">
            <ac:chgData name="Rafaela Boletti Duraes Souto" userId="78f52f2a-2d51-4833-a638-c8c75f30638a" providerId="ADAL" clId="{1BE0BE59-C17C-45AB-ACC7-F48B4A5A56F5}" dt="2025-05-05T12:43:24.996" v="480" actId="478"/>
            <ac:graphicFrameMkLst>
              <pc:docMk/>
              <pc:sldMasterMk cId="1747979782" sldId="2147483665"/>
              <pc:sldLayoutMk cId="3930637263" sldId="2147483730"/>
              <ac:graphicFrameMk id="9" creationId="{02F9A383-D1DD-483F-B73C-3EF4B6323A81}"/>
            </ac:graphicFrameMkLst>
          </pc:graphicFrameChg>
          <pc:graphicFrameChg chg="add del">
            <ac:chgData name="Rafaela Boletti Duraes Souto" userId="78f52f2a-2d51-4833-a638-c8c75f30638a" providerId="ADAL" clId="{1BE0BE59-C17C-45AB-ACC7-F48B4A5A56F5}" dt="2025-05-05T12:07:19.981" v="438" actId="478"/>
            <ac:graphicFrameMkLst>
              <pc:docMk/>
              <pc:sldMasterMk cId="1747979782" sldId="2147483665"/>
              <pc:sldLayoutMk cId="3930637263" sldId="2147483730"/>
              <ac:graphicFrameMk id="9" creationId="{695A93E3-C8E0-4093-83B5-34467F73B441}"/>
            </ac:graphicFrameMkLst>
          </pc:graphicFrameChg>
          <pc:graphicFrameChg chg="add">
            <ac:chgData name="Rafaela Boletti Duraes Souto" userId="78f52f2a-2d51-4833-a638-c8c75f30638a" providerId="ADAL" clId="{1BE0BE59-C17C-45AB-ACC7-F48B4A5A56F5}" dt="2025-05-05T12:43:25.259" v="481"/>
            <ac:graphicFrameMkLst>
              <pc:docMk/>
              <pc:sldMasterMk cId="1747979782" sldId="2147483665"/>
              <pc:sldLayoutMk cId="3930637263" sldId="2147483730"/>
              <ac:graphicFrameMk id="10" creationId="{D41D068A-4020-4E2B-B3B6-851D615C27BF}"/>
            </ac:graphicFrameMkLst>
          </pc:graphicFrameChg>
          <pc:graphicFrameChg chg="add del">
            <ac:chgData name="Rafaela Boletti Duraes Souto" userId="78f52f2a-2d51-4833-a638-c8c75f30638a" providerId="ADAL" clId="{1BE0BE59-C17C-45AB-ACC7-F48B4A5A56F5}" dt="2025-05-05T12:42:31.637" v="463" actId="478"/>
            <ac:graphicFrameMkLst>
              <pc:docMk/>
              <pc:sldMasterMk cId="1747979782" sldId="2147483665"/>
              <pc:sldLayoutMk cId="3930637263" sldId="2147483730"/>
              <ac:graphicFrameMk id="13" creationId="{9E0EE0E9-8362-4B52-A451-9D65450BD70B}"/>
            </ac:graphicFrameMkLst>
          </pc:graphicFrameChg>
        </pc:sldLayoutChg>
        <pc:sldLayoutChg chg="addSp delSp modSp">
          <pc:chgData name="Rafaela Boletti Duraes Souto" userId="78f52f2a-2d51-4833-a638-c8c75f30638a" providerId="ADAL" clId="{1BE0BE59-C17C-45AB-ACC7-F48B4A5A56F5}" dt="2025-05-05T12:43:28.651" v="483"/>
          <pc:sldLayoutMkLst>
            <pc:docMk/>
            <pc:sldMasterMk cId="1747979782" sldId="2147483665"/>
            <pc:sldLayoutMk cId="83172324" sldId="2147483731"/>
          </pc:sldLayoutMkLst>
          <pc:spChg chg="del mod">
            <ac:chgData name="Rafaela Boletti Duraes Souto" userId="78f52f2a-2d51-4833-a638-c8c75f30638a" providerId="ADAL" clId="{1BE0BE59-C17C-45AB-ACC7-F48B4A5A56F5}" dt="2025-05-05T12:06:32.028" v="431" actId="478"/>
            <ac:spMkLst>
              <pc:docMk/>
              <pc:sldMasterMk cId="1747979782" sldId="2147483665"/>
              <pc:sldLayoutMk cId="83172324" sldId="2147483731"/>
              <ac:spMk id="10" creationId="{A3E46545-5E91-4C76-87DB-86D3C5ED1CF2}"/>
            </ac:spMkLst>
          </pc:spChg>
          <pc:spChg chg="add del">
            <ac:chgData name="Rafaela Boletti Duraes Souto" userId="78f52f2a-2d51-4833-a638-c8c75f30638a" providerId="ADAL" clId="{1BE0BE59-C17C-45AB-ACC7-F48B4A5A56F5}" dt="2025-05-02T12:53:39.383" v="23" actId="478"/>
            <ac:spMkLst>
              <pc:docMk/>
              <pc:sldMasterMk cId="1747979782" sldId="2147483665"/>
              <pc:sldLayoutMk cId="83172324" sldId="2147483731"/>
              <ac:spMk id="11" creationId="{A95297AD-E22C-47C6-8D87-8D448419B51F}"/>
            </ac:spMkLst>
          </pc:spChg>
          <pc:spChg chg="add">
            <ac:chgData name="Rafaela Boletti Duraes Souto" userId="78f52f2a-2d51-4833-a638-c8c75f30638a" providerId="ADAL" clId="{1BE0BE59-C17C-45AB-ACC7-F48B4A5A56F5}" dt="2025-05-05T12:06:32.398" v="432"/>
            <ac:spMkLst>
              <pc:docMk/>
              <pc:sldMasterMk cId="1747979782" sldId="2147483665"/>
              <pc:sldLayoutMk cId="83172324" sldId="2147483731"/>
              <ac:spMk id="11" creationId="{B4FAFF87-9615-4DB8-A636-FF9CAF0D29B4}"/>
            </ac:spMkLst>
          </pc:spChg>
          <pc:spChg chg="del">
            <ac:chgData name="Rafaela Boletti Duraes Souto" userId="78f52f2a-2d51-4833-a638-c8c75f30638a" providerId="ADAL" clId="{1BE0BE59-C17C-45AB-ACC7-F48B4A5A56F5}" dt="2025-05-02T12:53:19.105" v="16" actId="478"/>
            <ac:spMkLst>
              <pc:docMk/>
              <pc:sldMasterMk cId="1747979782" sldId="2147483665"/>
              <pc:sldLayoutMk cId="83172324" sldId="2147483731"/>
              <ac:spMk id="12" creationId="{8991DF42-8712-4331-92A6-98804ECBE073}"/>
            </ac:spMkLst>
          </pc:spChg>
          <pc:spChg chg="add del">
            <ac:chgData name="Rafaela Boletti Duraes Souto" userId="78f52f2a-2d51-4833-a638-c8c75f30638a" providerId="ADAL" clId="{1BE0BE59-C17C-45AB-ACC7-F48B4A5A56F5}" dt="2025-05-05T11:41:58.474" v="198" actId="478"/>
            <ac:spMkLst>
              <pc:docMk/>
              <pc:sldMasterMk cId="1747979782" sldId="2147483665"/>
              <pc:sldLayoutMk cId="83172324" sldId="2147483731"/>
              <ac:spMk id="14" creationId="{AE8D1B90-827C-4A69-95C5-555FD74188C0}"/>
            </ac:spMkLst>
          </pc:spChg>
          <pc:graphicFrameChg chg="add del">
            <ac:chgData name="Rafaela Boletti Duraes Souto" userId="78f52f2a-2d51-4833-a638-c8c75f30638a" providerId="ADAL" clId="{1BE0BE59-C17C-45AB-ACC7-F48B4A5A56F5}" dt="2025-05-05T12:43:28.450" v="482" actId="478"/>
            <ac:graphicFrameMkLst>
              <pc:docMk/>
              <pc:sldMasterMk cId="1747979782" sldId="2147483665"/>
              <pc:sldLayoutMk cId="83172324" sldId="2147483731"/>
              <ac:graphicFrameMk id="10" creationId="{B6C44AF3-4642-4830-A26B-91AB031449BB}"/>
            </ac:graphicFrameMkLst>
          </pc:graphicFrameChg>
          <pc:graphicFrameChg chg="add del">
            <ac:chgData name="Rafaela Boletti Duraes Souto" userId="78f52f2a-2d51-4833-a638-c8c75f30638a" providerId="ADAL" clId="{1BE0BE59-C17C-45AB-ACC7-F48B4A5A56F5}" dt="2025-05-05T12:07:23.419" v="440" actId="478"/>
            <ac:graphicFrameMkLst>
              <pc:docMk/>
              <pc:sldMasterMk cId="1747979782" sldId="2147483665"/>
              <pc:sldLayoutMk cId="83172324" sldId="2147483731"/>
              <ac:graphicFrameMk id="12" creationId="{9930AEDE-E6F4-4D3B-A704-1A3908311EA3}"/>
            </ac:graphicFrameMkLst>
          </pc:graphicFrameChg>
          <pc:graphicFrameChg chg="add">
            <ac:chgData name="Rafaela Boletti Duraes Souto" userId="78f52f2a-2d51-4833-a638-c8c75f30638a" providerId="ADAL" clId="{1BE0BE59-C17C-45AB-ACC7-F48B4A5A56F5}" dt="2025-05-05T12:43:28.651" v="483"/>
            <ac:graphicFrameMkLst>
              <pc:docMk/>
              <pc:sldMasterMk cId="1747979782" sldId="2147483665"/>
              <pc:sldLayoutMk cId="83172324" sldId="2147483731"/>
              <ac:graphicFrameMk id="12" creationId="{D8868DBC-D79D-4952-8E00-3AA71093F44F}"/>
            </ac:graphicFrameMkLst>
          </pc:graphicFrameChg>
          <pc:graphicFrameChg chg="add del">
            <ac:chgData name="Rafaela Boletti Duraes Souto" userId="78f52f2a-2d51-4833-a638-c8c75f30638a" providerId="ADAL" clId="{1BE0BE59-C17C-45AB-ACC7-F48B4A5A56F5}" dt="2025-05-05T12:42:41.837" v="465" actId="478"/>
            <ac:graphicFrameMkLst>
              <pc:docMk/>
              <pc:sldMasterMk cId="1747979782" sldId="2147483665"/>
              <pc:sldLayoutMk cId="83172324" sldId="2147483731"/>
              <ac:graphicFrameMk id="15" creationId="{1028CFB7-1057-41A9-AE25-D050F8DDC5FC}"/>
            </ac:graphicFrameMkLst>
          </pc:graphicFrameChg>
        </pc:sldLayoutChg>
        <pc:sldLayoutChg chg="del">
          <pc:chgData name="Rafaela Boletti Duraes Souto" userId="78f52f2a-2d51-4833-a638-c8c75f30638a" providerId="ADAL" clId="{1BE0BE59-C17C-45AB-ACC7-F48B4A5A56F5}" dt="2025-05-05T12:07:30.553" v="442" actId="2696"/>
          <pc:sldLayoutMkLst>
            <pc:docMk/>
            <pc:sldMasterMk cId="1747979782" sldId="2147483665"/>
            <pc:sldLayoutMk cId="2710379621" sldId="2147483732"/>
          </pc:sldLayoutMkLst>
        </pc:sldLayoutChg>
        <pc:sldLayoutChg chg="modSp">
          <pc:chgData name="Rafaela Boletti Duraes Souto" userId="78f52f2a-2d51-4833-a638-c8c75f30638a" providerId="ADAL" clId="{1BE0BE59-C17C-45AB-ACC7-F48B4A5A56F5}" dt="2025-05-06T16:51:58.485" v="563" actId="20577"/>
          <pc:sldLayoutMkLst>
            <pc:docMk/>
            <pc:sldMasterMk cId="1747979782" sldId="2147483665"/>
            <pc:sldLayoutMk cId="3757287322" sldId="2147483733"/>
          </pc:sldLayoutMkLst>
          <pc:spChg chg="mod">
            <ac:chgData name="Rafaela Boletti Duraes Souto" userId="78f52f2a-2d51-4833-a638-c8c75f30638a" providerId="ADAL" clId="{1BE0BE59-C17C-45AB-ACC7-F48B4A5A56F5}" dt="2025-05-05T11:51:25.549" v="250" actId="12788"/>
            <ac:spMkLst>
              <pc:docMk/>
              <pc:sldMasterMk cId="1747979782" sldId="2147483665"/>
              <pc:sldLayoutMk cId="3757287322" sldId="2147483733"/>
              <ac:spMk id="9" creationId="{1353A036-17D9-4E9E-9704-A08842166D53}"/>
            </ac:spMkLst>
          </pc:spChg>
          <pc:spChg chg="mod">
            <ac:chgData name="Rafaela Boletti Duraes Souto" userId="78f52f2a-2d51-4833-a638-c8c75f30638a" providerId="ADAL" clId="{1BE0BE59-C17C-45AB-ACC7-F48B4A5A56F5}" dt="2025-05-06T16:51:58.485" v="563" actId="20577"/>
            <ac:spMkLst>
              <pc:docMk/>
              <pc:sldMasterMk cId="1747979782" sldId="2147483665"/>
              <pc:sldLayoutMk cId="3757287322" sldId="2147483733"/>
              <ac:spMk id="14" creationId="{4B73456F-61AF-4547-97EF-7A33FBA993AC}"/>
            </ac:spMkLst>
          </pc:spChg>
          <pc:picChg chg="mod">
            <ac:chgData name="Rafaela Boletti Duraes Souto" userId="78f52f2a-2d51-4833-a638-c8c75f30638a" providerId="ADAL" clId="{1BE0BE59-C17C-45AB-ACC7-F48B4A5A56F5}" dt="2025-05-05T11:51:21.066" v="249" actId="12788"/>
            <ac:picMkLst>
              <pc:docMk/>
              <pc:sldMasterMk cId="1747979782" sldId="2147483665"/>
              <pc:sldLayoutMk cId="3757287322" sldId="2147483733"/>
              <ac:picMk id="10" creationId="{BB788BAF-7DDB-4210-A352-F3FA18110B7E}"/>
            </ac:picMkLst>
          </pc:picChg>
        </pc:sldLayoutChg>
        <pc:sldLayoutChg chg="modSp">
          <pc:chgData name="Rafaela Boletti Duraes Souto" userId="78f52f2a-2d51-4833-a638-c8c75f30638a" providerId="ADAL" clId="{1BE0BE59-C17C-45AB-ACC7-F48B4A5A56F5}" dt="2025-05-06T16:52:06.924" v="568" actId="20577"/>
          <pc:sldLayoutMkLst>
            <pc:docMk/>
            <pc:sldMasterMk cId="1747979782" sldId="2147483665"/>
            <pc:sldLayoutMk cId="1911416842" sldId="2147483734"/>
          </pc:sldLayoutMkLst>
          <pc:spChg chg="mod">
            <ac:chgData name="Rafaela Boletti Duraes Souto" userId="78f52f2a-2d51-4833-a638-c8c75f30638a" providerId="ADAL" clId="{1BE0BE59-C17C-45AB-ACC7-F48B4A5A56F5}" dt="2025-05-06T16:52:06.924" v="568" actId="20577"/>
            <ac:spMkLst>
              <pc:docMk/>
              <pc:sldMasterMk cId="1747979782" sldId="2147483665"/>
              <pc:sldLayoutMk cId="1911416842" sldId="2147483734"/>
              <ac:spMk id="9" creationId="{FA034C09-59DD-4564-9C6E-8F60F069EB37}"/>
            </ac:spMkLst>
          </pc:spChg>
        </pc:sldLayoutChg>
      </pc:sldMasterChg>
    </pc:docChg>
  </pc:docChgLst>
  <pc:docChgLst>
    <pc:chgData name="Rafaela Boletti Duraes Souto" userId="78f52f2a-2d51-4833-a638-c8c75f30638a" providerId="ADAL" clId="{3072E378-0BC3-46EF-92A3-96EEAF7BEDB3}"/>
    <pc:docChg chg="modMainMaster">
      <pc:chgData name="Rafaela Boletti Duraes Souto" userId="78f52f2a-2d51-4833-a638-c8c75f30638a" providerId="ADAL" clId="{3072E378-0BC3-46EF-92A3-96EEAF7BEDB3}" dt="2025-03-28T13:32:34.226" v="12" actId="20577"/>
      <pc:docMkLst>
        <pc:docMk/>
      </pc:docMkLst>
      <pc:sldMasterChg chg="modSldLayout">
        <pc:chgData name="Rafaela Boletti Duraes Souto" userId="78f52f2a-2d51-4833-a638-c8c75f30638a" providerId="ADAL" clId="{3072E378-0BC3-46EF-92A3-96EEAF7BEDB3}" dt="2025-03-28T13:32:34.226" v="12" actId="20577"/>
        <pc:sldMasterMkLst>
          <pc:docMk/>
          <pc:sldMasterMk cId="1747979782" sldId="2147483665"/>
        </pc:sldMasterMkLst>
      </pc:sldMasterChg>
    </pc:docChg>
  </pc:docChgLst>
  <pc:docChgLst>
    <pc:chgData name="Rafaela Boletti Duraes Souto" userId="78f52f2a-2d51-4833-a638-c8c75f30638a" providerId="ADAL" clId="{EA14F48B-1B0A-40AE-A9A0-FA986C0EDF2C}"/>
    <pc:docChg chg="undo redo custSel addSld modSld modMainMaster">
      <pc:chgData name="Rafaela Boletti Duraes Souto" userId="78f52f2a-2d51-4833-a638-c8c75f30638a" providerId="ADAL" clId="{EA14F48B-1B0A-40AE-A9A0-FA986C0EDF2C}" dt="2025-04-10T14:36:56.601" v="169"/>
      <pc:docMkLst>
        <pc:docMk/>
      </pc:docMkLst>
      <pc:sldChg chg="addSp delSp modSp">
        <pc:chgData name="Rafaela Boletti Duraes Souto" userId="78f52f2a-2d51-4833-a638-c8c75f30638a" providerId="ADAL" clId="{EA14F48B-1B0A-40AE-A9A0-FA986C0EDF2C}" dt="2025-04-10T14:36:56.601" v="169"/>
        <pc:sldMkLst>
          <pc:docMk/>
          <pc:sldMk cId="1260139504" sldId="304"/>
        </pc:sldMkLst>
        <pc:spChg chg="add mod">
          <ac:chgData name="Rafaela Boletti Duraes Souto" userId="78f52f2a-2d51-4833-a638-c8c75f30638a" providerId="ADAL" clId="{EA14F48B-1B0A-40AE-A9A0-FA986C0EDF2C}" dt="2025-04-10T14:36:56.601" v="169"/>
          <ac:spMkLst>
            <pc:docMk/>
            <pc:sldMk cId="1260139504" sldId="304"/>
            <ac:spMk id="2" creationId="{D7D24110-9CF6-4808-A183-6F6C69A8FF20}"/>
          </ac:spMkLst>
        </pc:spChg>
        <pc:spChg chg="add mod">
          <ac:chgData name="Rafaela Boletti Duraes Souto" userId="78f52f2a-2d51-4833-a638-c8c75f30638a" providerId="ADAL" clId="{EA14F48B-1B0A-40AE-A9A0-FA986C0EDF2C}" dt="2025-04-10T14:36:56.601" v="169"/>
          <ac:spMkLst>
            <pc:docMk/>
            <pc:sldMk cId="1260139504" sldId="304"/>
            <ac:spMk id="3" creationId="{A6A00772-47B3-4E87-A9DE-3AF749816E28}"/>
          </ac:spMkLst>
        </pc:spChg>
        <pc:spChg chg="del">
          <ac:chgData name="Rafaela Boletti Duraes Souto" userId="78f52f2a-2d51-4833-a638-c8c75f30638a" providerId="ADAL" clId="{EA14F48B-1B0A-40AE-A9A0-FA986C0EDF2C}" dt="2025-04-10T14:36:56.601" v="169"/>
          <ac:spMkLst>
            <pc:docMk/>
            <pc:sldMk cId="1260139504" sldId="304"/>
            <ac:spMk id="8" creationId="{59EB09DC-0995-4579-BD8E-62B0A5966A4F}"/>
          </ac:spMkLst>
        </pc:spChg>
      </pc:sldChg>
      <pc:sldChg chg="addSp delSp modSp">
        <pc:chgData name="Rafaela Boletti Duraes Souto" userId="78f52f2a-2d51-4833-a638-c8c75f30638a" providerId="ADAL" clId="{EA14F48B-1B0A-40AE-A9A0-FA986C0EDF2C}" dt="2025-03-31T20:22:06.878" v="68"/>
        <pc:sldMkLst>
          <pc:docMk/>
          <pc:sldMk cId="3670702398" sldId="321"/>
        </pc:sldMkLst>
        <pc:spChg chg="add mod">
          <ac:chgData name="Rafaela Boletti Duraes Souto" userId="78f52f2a-2d51-4833-a638-c8c75f30638a" providerId="ADAL" clId="{EA14F48B-1B0A-40AE-A9A0-FA986C0EDF2C}" dt="2025-03-31T20:22:06.878" v="68"/>
          <ac:spMkLst>
            <pc:docMk/>
            <pc:sldMk cId="3670702398" sldId="321"/>
            <ac:spMk id="2" creationId="{E0EA881E-EB7A-4C5A-8748-8FBD05FD2253}"/>
          </ac:spMkLst>
        </pc:spChg>
        <pc:spChg chg="add mod">
          <ac:chgData name="Rafaela Boletti Duraes Souto" userId="78f52f2a-2d51-4833-a638-c8c75f30638a" providerId="ADAL" clId="{EA14F48B-1B0A-40AE-A9A0-FA986C0EDF2C}" dt="2025-03-31T20:22:06.878" v="68"/>
          <ac:spMkLst>
            <pc:docMk/>
            <pc:sldMk cId="3670702398" sldId="321"/>
            <ac:spMk id="3" creationId="{55F43A20-997C-4DAE-896A-15E1342BC0A2}"/>
          </ac:spMkLst>
        </pc:spChg>
        <pc:spChg chg="del">
          <ac:chgData name="Rafaela Boletti Duraes Souto" userId="78f52f2a-2d51-4833-a638-c8c75f30638a" providerId="ADAL" clId="{EA14F48B-1B0A-40AE-A9A0-FA986C0EDF2C}" dt="2025-03-31T20:22:06.878" v="68"/>
          <ac:spMkLst>
            <pc:docMk/>
            <pc:sldMk cId="3670702398" sldId="321"/>
            <ac:spMk id="5" creationId="{AA744CA9-A8F8-46BB-9A55-8AA0C9093F3E}"/>
          </ac:spMkLst>
        </pc:spChg>
        <pc:spChg chg="del">
          <ac:chgData name="Rafaela Boletti Duraes Souto" userId="78f52f2a-2d51-4833-a638-c8c75f30638a" providerId="ADAL" clId="{EA14F48B-1B0A-40AE-A9A0-FA986C0EDF2C}" dt="2025-03-31T20:22:06.878" v="68"/>
          <ac:spMkLst>
            <pc:docMk/>
            <pc:sldMk cId="3670702398" sldId="321"/>
            <ac:spMk id="6" creationId="{F8BC607E-D7E4-4854-A796-15357703E6BF}"/>
          </ac:spMkLst>
        </pc:spChg>
      </pc:sldChg>
      <pc:sldChg chg="addSp delSp modSp">
        <pc:chgData name="Rafaela Boletti Duraes Souto" userId="78f52f2a-2d51-4833-a638-c8c75f30638a" providerId="ADAL" clId="{EA14F48B-1B0A-40AE-A9A0-FA986C0EDF2C}" dt="2025-03-31T20:22:01.697" v="67"/>
        <pc:sldMkLst>
          <pc:docMk/>
          <pc:sldMk cId="3297169908" sldId="324"/>
        </pc:sldMkLst>
        <pc:spChg chg="add mod">
          <ac:chgData name="Rafaela Boletti Duraes Souto" userId="78f52f2a-2d51-4833-a638-c8c75f30638a" providerId="ADAL" clId="{EA14F48B-1B0A-40AE-A9A0-FA986C0EDF2C}" dt="2025-03-31T20:22:01.697" v="67"/>
          <ac:spMkLst>
            <pc:docMk/>
            <pc:sldMk cId="3297169908" sldId="324"/>
            <ac:spMk id="2" creationId="{0B26FC1A-71A6-4B64-97C5-F29E52DEEA85}"/>
          </ac:spMkLst>
        </pc:spChg>
        <pc:spChg chg="add mod">
          <ac:chgData name="Rafaela Boletti Duraes Souto" userId="78f52f2a-2d51-4833-a638-c8c75f30638a" providerId="ADAL" clId="{EA14F48B-1B0A-40AE-A9A0-FA986C0EDF2C}" dt="2025-03-31T20:22:01.697" v="67"/>
          <ac:spMkLst>
            <pc:docMk/>
            <pc:sldMk cId="3297169908" sldId="324"/>
            <ac:spMk id="3" creationId="{DBCB373E-49C6-4796-8186-26B680D0CB1E}"/>
          </ac:spMkLst>
        </pc:spChg>
        <pc:spChg chg="del">
          <ac:chgData name="Rafaela Boletti Duraes Souto" userId="78f52f2a-2d51-4833-a638-c8c75f30638a" providerId="ADAL" clId="{EA14F48B-1B0A-40AE-A9A0-FA986C0EDF2C}" dt="2025-03-31T20:22:01.697" v="67"/>
          <ac:spMkLst>
            <pc:docMk/>
            <pc:sldMk cId="3297169908" sldId="324"/>
            <ac:spMk id="4" creationId="{A6E50A7E-2493-409C-A4EF-CC12DA4A2952}"/>
          </ac:spMkLst>
        </pc:spChg>
        <pc:spChg chg="del">
          <ac:chgData name="Rafaela Boletti Duraes Souto" userId="78f52f2a-2d51-4833-a638-c8c75f30638a" providerId="ADAL" clId="{EA14F48B-1B0A-40AE-A9A0-FA986C0EDF2C}" dt="2025-03-31T20:22:01.697" v="67"/>
          <ac:spMkLst>
            <pc:docMk/>
            <pc:sldMk cId="3297169908" sldId="324"/>
            <ac:spMk id="5" creationId="{61EAB134-D260-4DC2-AB2A-1178C9806E4B}"/>
          </ac:spMkLst>
        </pc:spChg>
      </pc:sldChg>
      <pc:sldChg chg="addSp delSp modSp add">
        <pc:chgData name="Rafaela Boletti Duraes Souto" userId="78f52f2a-2d51-4833-a638-c8c75f30638a" providerId="ADAL" clId="{EA14F48B-1B0A-40AE-A9A0-FA986C0EDF2C}" dt="2025-03-31T20:05:35.616" v="1"/>
        <pc:sldMkLst>
          <pc:docMk/>
          <pc:sldMk cId="600266859" sldId="326"/>
        </pc:sldMkLst>
        <pc:spChg chg="del">
          <ac:chgData name="Rafaela Boletti Duraes Souto" userId="78f52f2a-2d51-4833-a638-c8c75f30638a" providerId="ADAL" clId="{EA14F48B-1B0A-40AE-A9A0-FA986C0EDF2C}" dt="2025-03-31T20:05:35.616" v="1"/>
          <ac:spMkLst>
            <pc:docMk/>
            <pc:sldMk cId="600266859" sldId="326"/>
            <ac:spMk id="2" creationId="{EA639B59-DCE3-4AD9-B9E8-D314A9BCD061}"/>
          </ac:spMkLst>
        </pc:spChg>
        <pc:spChg chg="add mod">
          <ac:chgData name="Rafaela Boletti Duraes Souto" userId="78f52f2a-2d51-4833-a638-c8c75f30638a" providerId="ADAL" clId="{EA14F48B-1B0A-40AE-A9A0-FA986C0EDF2C}" dt="2025-03-31T20:05:35.616" v="1"/>
          <ac:spMkLst>
            <pc:docMk/>
            <pc:sldMk cId="600266859" sldId="326"/>
            <ac:spMk id="3" creationId="{ED0C734D-B74A-49B4-81F9-B095FD7D62E3}"/>
          </ac:spMkLst>
        </pc:spChg>
      </pc:sldChg>
      <pc:sldChg chg="addSp delSp modSp add">
        <pc:chgData name="Rafaela Boletti Duraes Souto" userId="78f52f2a-2d51-4833-a638-c8c75f30638a" providerId="ADAL" clId="{EA14F48B-1B0A-40AE-A9A0-FA986C0EDF2C}" dt="2025-03-31T20:43:10.229" v="79"/>
        <pc:sldMkLst>
          <pc:docMk/>
          <pc:sldMk cId="1375584897" sldId="327"/>
        </pc:sldMkLst>
        <pc:spChg chg="del">
          <ac:chgData name="Rafaela Boletti Duraes Souto" userId="78f52f2a-2d51-4833-a638-c8c75f30638a" providerId="ADAL" clId="{EA14F48B-1B0A-40AE-A9A0-FA986C0EDF2C}" dt="2025-03-31T20:05:40.558" v="3"/>
          <ac:spMkLst>
            <pc:docMk/>
            <pc:sldMk cId="1375584897" sldId="327"/>
            <ac:spMk id="2" creationId="{E9965B2D-9FA3-4B46-AD34-4C2AF9DD01B1}"/>
          </ac:spMkLst>
        </pc:spChg>
        <pc:spChg chg="add del mod">
          <ac:chgData name="Rafaela Boletti Duraes Souto" userId="78f52f2a-2d51-4833-a638-c8c75f30638a" providerId="ADAL" clId="{EA14F48B-1B0A-40AE-A9A0-FA986C0EDF2C}" dt="2025-03-31T20:43:10.229" v="79"/>
          <ac:spMkLst>
            <pc:docMk/>
            <pc:sldMk cId="1375584897" sldId="327"/>
            <ac:spMk id="3" creationId="{B0123114-87BF-4523-A231-EA598A2BD858}"/>
          </ac:spMkLst>
        </pc:spChg>
        <pc:spChg chg="add del mod">
          <ac:chgData name="Rafaela Boletti Duraes Souto" userId="78f52f2a-2d51-4833-a638-c8c75f30638a" providerId="ADAL" clId="{EA14F48B-1B0A-40AE-A9A0-FA986C0EDF2C}" dt="2025-03-31T20:43:10.229" v="79"/>
          <ac:spMkLst>
            <pc:docMk/>
            <pc:sldMk cId="1375584897" sldId="327"/>
            <ac:spMk id="4" creationId="{4ABE1DF0-1BAF-4A70-8791-905D8697294A}"/>
          </ac:spMkLst>
        </pc:spChg>
      </pc:sldChg>
      <pc:sldMasterChg chg="delSldLayout modSldLayout">
        <pc:chgData name="Rafaela Boletti Duraes Souto" userId="78f52f2a-2d51-4833-a638-c8c75f30638a" providerId="ADAL" clId="{EA14F48B-1B0A-40AE-A9A0-FA986C0EDF2C}" dt="2025-04-10T14:36:46.875" v="168" actId="14100"/>
        <pc:sldMasterMkLst>
          <pc:docMk/>
          <pc:sldMasterMk cId="1747979782" sldId="2147483665"/>
        </pc:sldMasterMkLst>
        <pc:sldLayoutChg chg="addSp modSp">
          <pc:chgData name="Rafaela Boletti Duraes Souto" userId="78f52f2a-2d51-4833-a638-c8c75f30638a" providerId="ADAL" clId="{EA14F48B-1B0A-40AE-A9A0-FA986C0EDF2C}" dt="2025-04-10T14:36:46.875" v="168" actId="14100"/>
          <pc:sldLayoutMkLst>
            <pc:docMk/>
            <pc:sldMasterMk cId="1747979782" sldId="2147483665"/>
            <pc:sldLayoutMk cId="1087986744" sldId="2147483728"/>
          </pc:sldLayoutMkLst>
          <pc:spChg chg="add mod">
            <ac:chgData name="Rafaela Boletti Duraes Souto" userId="78f52f2a-2d51-4833-a638-c8c75f30638a" providerId="ADAL" clId="{EA14F48B-1B0A-40AE-A9A0-FA986C0EDF2C}" dt="2025-04-10T14:36:46.875" v="168" actId="14100"/>
            <ac:spMkLst>
              <pc:docMk/>
              <pc:sldMasterMk cId="1747979782" sldId="2147483665"/>
              <pc:sldLayoutMk cId="1087986744" sldId="2147483728"/>
              <ac:spMk id="9" creationId="{B4A74413-C4BC-4DEC-B941-B0212D2BBC4E}"/>
            </ac:spMkLst>
          </pc:spChg>
        </pc:sldLayoutChg>
        <pc:sldLayoutChg chg="modSp">
          <pc:chgData name="Rafaela Boletti Duraes Souto" userId="78f52f2a-2d51-4833-a638-c8c75f30638a" providerId="ADAL" clId="{EA14F48B-1B0A-40AE-A9A0-FA986C0EDF2C}" dt="2025-03-31T20:20:28.591" v="59" actId="1076"/>
          <pc:sldLayoutMkLst>
            <pc:docMk/>
            <pc:sldMasterMk cId="1747979782" sldId="2147483665"/>
            <pc:sldLayoutMk cId="2918992942" sldId="2147483729"/>
          </pc:sldLayoutMkLst>
          <pc:spChg chg="mod">
            <ac:chgData name="Rafaela Boletti Duraes Souto" userId="78f52f2a-2d51-4833-a638-c8c75f30638a" providerId="ADAL" clId="{EA14F48B-1B0A-40AE-A9A0-FA986C0EDF2C}" dt="2025-03-31T20:20:24.660" v="57" actId="14100"/>
            <ac:spMkLst>
              <pc:docMk/>
              <pc:sldMasterMk cId="1747979782" sldId="2147483665"/>
              <pc:sldLayoutMk cId="2918992942" sldId="2147483729"/>
              <ac:spMk id="11" creationId="{42C538E5-219A-4579-9D48-F9229E365527}"/>
            </ac:spMkLst>
          </pc:spChg>
          <pc:grpChg chg="mod">
            <ac:chgData name="Rafaela Boletti Duraes Souto" userId="78f52f2a-2d51-4833-a638-c8c75f30638a" providerId="ADAL" clId="{EA14F48B-1B0A-40AE-A9A0-FA986C0EDF2C}" dt="2025-03-31T20:20:28.591" v="59" actId="1076"/>
            <ac:grpSpMkLst>
              <pc:docMk/>
              <pc:sldMasterMk cId="1747979782" sldId="2147483665"/>
              <pc:sldLayoutMk cId="2918992942" sldId="2147483729"/>
              <ac:grpSpMk id="3" creationId="{82144C86-8C2A-4B78-999A-5CC877FA25CC}"/>
            </ac:grpSpMkLst>
          </pc:grpChg>
        </pc:sldLayoutChg>
        <pc:sldLayoutChg chg="addSp delSp modSp">
          <pc:chgData name="Rafaela Boletti Duraes Souto" userId="78f52f2a-2d51-4833-a638-c8c75f30638a" providerId="ADAL" clId="{EA14F48B-1B0A-40AE-A9A0-FA986C0EDF2C}" dt="2025-03-31T20:20:41.147" v="63" actId="478"/>
          <pc:sldLayoutMkLst>
            <pc:docMk/>
            <pc:sldMasterMk cId="1747979782" sldId="2147483665"/>
            <pc:sldLayoutMk cId="83172324" sldId="2147483731"/>
          </pc:sldLayoutMkLst>
          <pc:spChg chg="del mod">
            <ac:chgData name="Rafaela Boletti Duraes Souto" userId="78f52f2a-2d51-4833-a638-c8c75f30638a" providerId="ADAL" clId="{EA14F48B-1B0A-40AE-A9A0-FA986C0EDF2C}" dt="2025-03-31T20:20:41.147" v="63" actId="478"/>
            <ac:spMkLst>
              <pc:docMk/>
              <pc:sldMasterMk cId="1747979782" sldId="2147483665"/>
              <pc:sldLayoutMk cId="83172324" sldId="2147483731"/>
              <ac:spMk id="11" creationId="{42C538E5-219A-4579-9D48-F9229E365527}"/>
            </ac:spMkLst>
          </pc:spChg>
          <pc:spChg chg="add mod">
            <ac:chgData name="Rafaela Boletti Duraes Souto" userId="78f52f2a-2d51-4833-a638-c8c75f30638a" providerId="ADAL" clId="{EA14F48B-1B0A-40AE-A9A0-FA986C0EDF2C}" dt="2025-03-31T20:20:39.477" v="62" actId="1076"/>
            <ac:spMkLst>
              <pc:docMk/>
              <pc:sldMasterMk cId="1747979782" sldId="2147483665"/>
              <pc:sldLayoutMk cId="83172324" sldId="2147483731"/>
              <ac:spMk id="13" creationId="{11188E22-FE13-450E-9AD7-00D630A0CE71}"/>
            </ac:spMkLst>
          </pc:spChg>
        </pc:sldLayoutChg>
        <pc:sldLayoutChg chg="modSp">
          <pc:chgData name="Rafaela Boletti Duraes Souto" userId="78f52f2a-2d51-4833-a638-c8c75f30638a" providerId="ADAL" clId="{EA14F48B-1B0A-40AE-A9A0-FA986C0EDF2C}" dt="2025-04-10T14:24:50.020" v="99" actId="20577"/>
          <pc:sldLayoutMkLst>
            <pc:docMk/>
            <pc:sldMasterMk cId="1747979782" sldId="2147483665"/>
            <pc:sldLayoutMk cId="3757287322" sldId="2147483733"/>
          </pc:sldLayoutMkLst>
          <pc:spChg chg="mod">
            <ac:chgData name="Rafaela Boletti Duraes Souto" userId="78f52f2a-2d51-4833-a638-c8c75f30638a" providerId="ADAL" clId="{EA14F48B-1B0A-40AE-A9A0-FA986C0EDF2C}" dt="2025-04-10T14:24:50.020" v="99" actId="20577"/>
            <ac:spMkLst>
              <pc:docMk/>
              <pc:sldMasterMk cId="1747979782" sldId="2147483665"/>
              <pc:sldLayoutMk cId="3757287322" sldId="2147483733"/>
              <ac:spMk id="14" creationId="{4B73456F-61AF-4547-97EF-7A33FBA993AC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D7D07A88-457F-4574-B6BE-9519291766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5D7A07A-259D-4CEA-81CE-FEDACA8F63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2343C-BD3C-4650-924C-40706B7DFBCE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7703FD9-7361-466E-91A1-4ADEB15814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58AADEA-D638-498E-9E05-EF298B306F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00BD3-4CF8-40A1-8E72-061B8653E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67225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858637-C724-49AC-97B9-A464C80FECDD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792163" y="1143000"/>
            <a:ext cx="5273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FA6931-5E41-4AE2-9D49-4AAAAFF17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954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FA6931-5E41-4AE2-9D49-4AAAAFF17FA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57155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bg>
      <p:bgPr>
        <a:blipFill dpi="0" rotWithShape="1">
          <a:blip r:embed="rId2" cstate="email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0A0C1047-DDEB-44F3-BA14-D5D5F27D52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5261" y="811755"/>
            <a:ext cx="3315187" cy="273128"/>
          </a:xfrm>
          <a:prstGeom prst="rect">
            <a:avLst/>
          </a:prstGeom>
        </p:spPr>
      </p:pic>
      <p:pic>
        <p:nvPicPr>
          <p:cNvPr id="9" name="Imagem 8" descr="Uma imagem contendo Logotipo&#10;&#10;Descrição gerada automaticamente">
            <a:extLst>
              <a:ext uri="{FF2B5EF4-FFF2-40B4-BE49-F238E27FC236}">
                <a16:creationId xmlns:a16="http://schemas.microsoft.com/office/drawing/2014/main" id="{082683C9-74AE-4684-A14E-41C2DCACD63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688" y="8159219"/>
            <a:ext cx="517261" cy="63022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E0A6C22-436C-4B77-A4F7-793D7337E944}"/>
              </a:ext>
            </a:extLst>
          </p:cNvPr>
          <p:cNvSpPr txBox="1"/>
          <p:nvPr userDrawn="1"/>
        </p:nvSpPr>
        <p:spPr>
          <a:xfrm>
            <a:off x="827201" y="3475196"/>
            <a:ext cx="14747649" cy="135421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pt-BR" sz="2400" b="0" kern="0" spc="50" baseline="0" dirty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TEMPLATE PARA ENTREGA DO PROJETO DA DISCIPLINA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000" b="1" kern="0" spc="50" baseline="0" dirty="0" err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DevOPs</a:t>
            </a:r>
            <a:r>
              <a:rPr lang="pt-BR" sz="3000" b="1" kern="0" spc="5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 na Prática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0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Fase 1: Configuração e Automação Inicial</a:t>
            </a:r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783820C5-5F22-4F09-B5A1-247AFB5E986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29025" y="5696348"/>
            <a:ext cx="14544000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600" b="1" kern="2600" spc="60" baseline="0">
                <a:solidFill>
                  <a:srgbClr val="C8AF8C"/>
                </a:solidFill>
                <a:latin typeface="+mn-lt"/>
              </a:defRPr>
            </a:lvl1pPr>
            <a:lvl2pPr marL="457200" indent="0">
              <a:buNone/>
              <a:defRPr sz="2200">
                <a:solidFill>
                  <a:srgbClr val="A5804F"/>
                </a:solidFill>
                <a:latin typeface="+mj-lt"/>
              </a:defRPr>
            </a:lvl2pPr>
            <a:lvl3pPr marL="914400" indent="0">
              <a:buNone/>
              <a:defRPr sz="2200">
                <a:solidFill>
                  <a:srgbClr val="A5804F"/>
                </a:solidFill>
                <a:latin typeface="+mj-lt"/>
              </a:defRPr>
            </a:lvl3pPr>
            <a:lvl4pPr marL="1371600" indent="0">
              <a:buNone/>
              <a:defRPr sz="2200">
                <a:solidFill>
                  <a:srgbClr val="A5804F"/>
                </a:solidFill>
                <a:latin typeface="+mj-lt"/>
              </a:defRPr>
            </a:lvl4pPr>
            <a:lvl5pPr marL="1828800" indent="0">
              <a:buNone/>
              <a:defRPr sz="2200">
                <a:solidFill>
                  <a:srgbClr val="A5804F"/>
                </a:solidFill>
                <a:latin typeface="+mj-lt"/>
              </a:defRPr>
            </a:lvl5pPr>
          </a:lstStyle>
          <a:p>
            <a:pPr lvl="0"/>
            <a:r>
              <a:rPr lang="pt-BR" dirty="0"/>
              <a:t>Insira aqui seu nome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345E957-C73A-42F0-AD97-4BFEFECA3E70}"/>
              </a:ext>
            </a:extLst>
          </p:cNvPr>
          <p:cNvSpPr txBox="1"/>
          <p:nvPr userDrawn="1"/>
        </p:nvSpPr>
        <p:spPr>
          <a:xfrm>
            <a:off x="928687" y="5398139"/>
            <a:ext cx="14544676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pt-BR" sz="1800" b="0" kern="1200" spc="50" baseline="0" dirty="0">
                <a:solidFill>
                  <a:srgbClr val="C8AF8C"/>
                </a:solidFill>
                <a:latin typeface="+mn-lt"/>
                <a:ea typeface="+mj-ea"/>
                <a:cs typeface="Arial" panose="020B0604020202020204" pitchFamily="34" charset="0"/>
              </a:rPr>
              <a:t>NOME DO ESTUDANTE:</a:t>
            </a:r>
            <a:endParaRPr lang="pt-BR" sz="1800" b="0" kern="1200" spc="50" baseline="0" dirty="0">
              <a:solidFill>
                <a:srgbClr val="C8AF8C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834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E837148-19BD-4164-965C-6A241D06D853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sz="2422"/>
          </a:p>
        </p:txBody>
      </p:sp>
      <p:sp>
        <p:nvSpPr>
          <p:cNvPr id="8" name="CaixaDeTexto 16">
            <a:extLst>
              <a:ext uri="{FF2B5EF4-FFF2-40B4-BE49-F238E27FC236}">
                <a16:creationId xmlns:a16="http://schemas.microsoft.com/office/drawing/2014/main" id="{973AD855-C71D-41C0-8F1D-FEFA9D3A9581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9" name="CaixaDeTexto 18">
            <a:extLst>
              <a:ext uri="{FF2B5EF4-FFF2-40B4-BE49-F238E27FC236}">
                <a16:creationId xmlns:a16="http://schemas.microsoft.com/office/drawing/2014/main" id="{1353A036-17D9-4E9E-9704-A08842166D53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10" name="Gráfico 20" descr="Aviso">
            <a:extLst>
              <a:ext uri="{FF2B5EF4-FFF2-40B4-BE49-F238E27FC236}">
                <a16:creationId xmlns:a16="http://schemas.microsoft.com/office/drawing/2014/main" id="{BB788BAF-7DDB-4210-A352-F3FA18110B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4B73456F-61AF-4547-97EF-7A33FBA993AC}"/>
              </a:ext>
            </a:extLst>
          </p:cNvPr>
          <p:cNvSpPr txBox="1"/>
          <p:nvPr userDrawn="1"/>
        </p:nvSpPr>
        <p:spPr>
          <a:xfrm>
            <a:off x="2207366" y="2795173"/>
            <a:ext cx="11987319" cy="25249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234923" indent="-234923" algn="l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Este é o modelo para você preencher a primeira entrega da disciplina.</a:t>
            </a:r>
          </a:p>
          <a:p>
            <a:pPr marL="266700" indent="0" algn="l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Seção 1 - Documentação de Planejamento</a:t>
            </a:r>
          </a:p>
          <a:p>
            <a:pPr marL="266700" indent="0" algn="l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Seção 2 - Pipeline de Integração Contínua (CI)</a:t>
            </a:r>
          </a:p>
          <a:p>
            <a:pPr marL="266700" indent="0" algn="l">
              <a:lnSpc>
                <a:spcPts val="3000"/>
              </a:lnSpc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Seção 3 - Scripts de Infraestrutura como Código</a:t>
            </a:r>
          </a:p>
          <a:p>
            <a:pPr marL="234923" indent="-234923" algn="l">
              <a:lnSpc>
                <a:spcPts val="3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Se necessário duplicar o slide, no painel de miniaturas à esquerda clique na miniatura do slide e clique em ‘Duplicar Slide’. </a:t>
            </a:r>
          </a:p>
        </p:txBody>
      </p:sp>
    </p:spTree>
    <p:extLst>
      <p:ext uri="{BB962C8B-B14F-4D97-AF65-F5344CB8AC3E}">
        <p14:creationId xmlns:p14="http://schemas.microsoft.com/office/powerpoint/2010/main" val="3757287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FA034C09-59DD-4564-9C6E-8F60F069EB37}"/>
              </a:ext>
            </a:extLst>
          </p:cNvPr>
          <p:cNvSpPr txBox="1"/>
          <p:nvPr userDrawn="1"/>
        </p:nvSpPr>
        <p:spPr>
          <a:xfrm>
            <a:off x="1865025" y="4038855"/>
            <a:ext cx="12672000" cy="152349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pt-BR" sz="4000" b="1" kern="3200" spc="20" baseline="0" dirty="0">
                <a:solidFill>
                  <a:srgbClr val="9E7E54"/>
                </a:solidFill>
                <a:effectLst/>
                <a:latin typeface="+mn-lt"/>
                <a:ea typeface="Calibri Light" panose="020F0302020204030204" pitchFamily="34" charset="0"/>
              </a:rPr>
              <a:t>SEÇÃO 1</a:t>
            </a:r>
          </a:p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54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Documentação de Planejamento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70FB7A2-C821-4005-9581-A434F16907DD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05C62543-80A6-4335-B5BF-F8DAD9E7C88A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0E5B71C4-9222-4017-8252-D16E1DE3F5FB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6" name="Retângulo 5">
            <a:extLst>
              <a:ext uri="{FF2B5EF4-FFF2-40B4-BE49-F238E27FC236}">
                <a16:creationId xmlns:a16="http://schemas.microsoft.com/office/drawing/2014/main" id="{6807B6E6-E1E3-4161-B953-A271C13ABAE3}"/>
              </a:ext>
            </a:extLst>
          </p:cNvPr>
          <p:cNvSpPr/>
          <p:nvPr userDrawn="1"/>
        </p:nvSpPr>
        <p:spPr>
          <a:xfrm>
            <a:off x="911025" y="8714216"/>
            <a:ext cx="14580000" cy="28800"/>
          </a:xfrm>
          <a:prstGeom prst="rect">
            <a:avLst/>
          </a:prstGeom>
          <a:solidFill>
            <a:srgbClr val="535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17832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8" y="1640232"/>
            <a:ext cx="10684192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a) DESCRIÇÃO DO PROJETO, SEUS OBJETIVOS E REQUISITOS: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5C833F-81A7-4EFD-A5F0-EAE720DDCE3F}"/>
              </a:ext>
            </a:extLst>
          </p:cNvPr>
          <p:cNvSpPr txBox="1"/>
          <p:nvPr userDrawn="1"/>
        </p:nvSpPr>
        <p:spPr>
          <a:xfrm>
            <a:off x="10835640" y="855785"/>
            <a:ext cx="466861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1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Documentação de Planejamento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3E46545-5E91-4C76-87DB-86D3C5ED1C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030470"/>
            <a:ext cx="14544674" cy="6840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</p:spTree>
    <p:extLst>
      <p:ext uri="{BB962C8B-B14F-4D97-AF65-F5344CB8AC3E}">
        <p14:creationId xmlns:p14="http://schemas.microsoft.com/office/powerpoint/2010/main" val="1710461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8" y="1640232"/>
            <a:ext cx="10684192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b) PLANO DE INTEGRAÇÃO CONTÍNUA: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5C833F-81A7-4EFD-A5F0-EAE720DDCE3F}"/>
              </a:ext>
            </a:extLst>
          </p:cNvPr>
          <p:cNvSpPr txBox="1"/>
          <p:nvPr userDrawn="1"/>
        </p:nvSpPr>
        <p:spPr>
          <a:xfrm>
            <a:off x="10835640" y="855785"/>
            <a:ext cx="466861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1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Documentação de Planejamento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3E46545-5E91-4C76-87DB-86D3C5ED1C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030470"/>
            <a:ext cx="14544674" cy="6840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</p:spTree>
    <p:extLst>
      <p:ext uri="{BB962C8B-B14F-4D97-AF65-F5344CB8AC3E}">
        <p14:creationId xmlns:p14="http://schemas.microsoft.com/office/powerpoint/2010/main" val="1826031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8" y="1640232"/>
            <a:ext cx="10684192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c) ESPECIFICAÇÃO DETALHADA DA INFRAESTRUTURA NECESSÁRIA: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5C833F-81A7-4EFD-A5F0-EAE720DDCE3F}"/>
              </a:ext>
            </a:extLst>
          </p:cNvPr>
          <p:cNvSpPr txBox="1"/>
          <p:nvPr userDrawn="1"/>
        </p:nvSpPr>
        <p:spPr>
          <a:xfrm>
            <a:off x="10835640" y="855785"/>
            <a:ext cx="466861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1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Documentação de Planejamento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3E46545-5E91-4C76-87DB-86D3C5ED1C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030470"/>
            <a:ext cx="14544674" cy="6840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</p:spTree>
    <p:extLst>
      <p:ext uri="{BB962C8B-B14F-4D97-AF65-F5344CB8AC3E}">
        <p14:creationId xmlns:p14="http://schemas.microsoft.com/office/powerpoint/2010/main" val="1637171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FA034C09-59DD-4564-9C6E-8F60F069EB37}"/>
              </a:ext>
            </a:extLst>
          </p:cNvPr>
          <p:cNvSpPr txBox="1"/>
          <p:nvPr userDrawn="1"/>
        </p:nvSpPr>
        <p:spPr>
          <a:xfrm>
            <a:off x="1865025" y="4038855"/>
            <a:ext cx="12672000" cy="152349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pt-BR" sz="4000" b="1" kern="3200" spc="20" baseline="0" dirty="0">
                <a:solidFill>
                  <a:srgbClr val="9E7E54"/>
                </a:solidFill>
                <a:effectLst/>
                <a:latin typeface="+mn-lt"/>
                <a:ea typeface="Calibri Light" panose="020F0302020204030204" pitchFamily="34" charset="0"/>
              </a:rPr>
              <a:t>SEÇÃO 2</a:t>
            </a:r>
          </a:p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54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Pipeline de Integração Contínua (CI)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70FB7A2-C821-4005-9581-A434F16907DD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05C62543-80A6-4335-B5BF-F8DAD9E7C88A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0E5B71C4-9222-4017-8252-D16E1DE3F5FB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7" name="Retângulo 6">
            <a:extLst>
              <a:ext uri="{FF2B5EF4-FFF2-40B4-BE49-F238E27FC236}">
                <a16:creationId xmlns:a16="http://schemas.microsoft.com/office/drawing/2014/main" id="{B0CB3943-272C-4C32-B482-560121CB61B3}"/>
              </a:ext>
            </a:extLst>
          </p:cNvPr>
          <p:cNvSpPr/>
          <p:nvPr userDrawn="1"/>
        </p:nvSpPr>
        <p:spPr>
          <a:xfrm>
            <a:off x="911025" y="8714216"/>
            <a:ext cx="14580000" cy="28800"/>
          </a:xfrm>
          <a:prstGeom prst="rect">
            <a:avLst/>
          </a:prstGeom>
          <a:solidFill>
            <a:srgbClr val="535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1416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8" y="1640232"/>
            <a:ext cx="10684192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a) CONFIGURAÇÃO DE UM REPOSITÓRIO DE CÓDIGO: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3E46545-5E91-4C76-87DB-86D3C5ED1C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282795"/>
            <a:ext cx="14544674" cy="6588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Cole aqui o link.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614ED5-BD5E-4882-BF75-99FBC0D3D856}"/>
              </a:ext>
            </a:extLst>
          </p:cNvPr>
          <p:cNvSpPr txBox="1"/>
          <p:nvPr userDrawn="1"/>
        </p:nvSpPr>
        <p:spPr>
          <a:xfrm>
            <a:off x="10922000" y="855785"/>
            <a:ext cx="458225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2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Pipeline de Integração Contínua</a:t>
            </a:r>
          </a:p>
        </p:txBody>
      </p:sp>
      <p:sp>
        <p:nvSpPr>
          <p:cNvPr id="9" name="Espaço Reservado para Texto 9">
            <a:extLst>
              <a:ext uri="{FF2B5EF4-FFF2-40B4-BE49-F238E27FC236}">
                <a16:creationId xmlns:a16="http://schemas.microsoft.com/office/drawing/2014/main" id="{B4A74413-C4BC-4DEC-B941-B0212D2BBC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71792" y="1639268"/>
            <a:ext cx="2808000" cy="277200"/>
          </a:xfrm>
          <a:prstGeom prst="rect">
            <a:avLst/>
          </a:prstGeom>
          <a:solidFill>
            <a:srgbClr val="EEEEFC"/>
          </a:solidFill>
        </p:spPr>
        <p:txBody>
          <a:bodyPr lIns="36000" tIns="0" rIns="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o repositório utilizado.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3BC377D6-90BA-4821-B87E-B1364DB8CED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31585906"/>
              </p:ext>
            </p:extLst>
          </p:nvPr>
        </p:nvGraphicFramePr>
        <p:xfrm>
          <a:off x="1193799" y="1904081"/>
          <a:ext cx="3888000" cy="2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000">
                  <a:extLst>
                    <a:ext uri="{9D8B030D-6E8A-4147-A177-3AD203B41FA5}">
                      <a16:colId xmlns:a16="http://schemas.microsoft.com/office/drawing/2014/main" val="184229219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b="0" kern="2000" spc="-10" baseline="0" dirty="0">
                          <a:solidFill>
                            <a:srgbClr val="53559B"/>
                          </a:solidFill>
                        </a:rPr>
                        <a:t>Insira o link de acesso ao repositório (GitHub).</a:t>
                      </a: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621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7986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8" y="1640232"/>
            <a:ext cx="7377112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b) IMPLEMENTAÇÃO DE UM PIPELINE DE CI USANDO UM GITHUB ACTIONS: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614ED5-BD5E-4882-BF75-99FBC0D3D856}"/>
              </a:ext>
            </a:extLst>
          </p:cNvPr>
          <p:cNvSpPr txBox="1"/>
          <p:nvPr userDrawn="1"/>
        </p:nvSpPr>
        <p:spPr>
          <a:xfrm>
            <a:off x="10922000" y="855785"/>
            <a:ext cx="458225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2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Pipeline de Integração Contínua</a:t>
            </a:r>
          </a:p>
        </p:txBody>
      </p:sp>
      <p:sp>
        <p:nvSpPr>
          <p:cNvPr id="12" name="Espaço Reservado para Texto 9">
            <a:extLst>
              <a:ext uri="{FF2B5EF4-FFF2-40B4-BE49-F238E27FC236}">
                <a16:creationId xmlns:a16="http://schemas.microsoft.com/office/drawing/2014/main" id="{2C88FADB-3181-4CC0-AA91-FB474121F9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282795"/>
            <a:ext cx="14544674" cy="6588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Cole aqui o link.</a:t>
            </a:r>
          </a:p>
        </p:txBody>
      </p:sp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18D029B0-9E19-48F7-A5BA-EA9511C13C3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22433613"/>
              </p:ext>
            </p:extLst>
          </p:nvPr>
        </p:nvGraphicFramePr>
        <p:xfrm>
          <a:off x="1193799" y="1904081"/>
          <a:ext cx="3888000" cy="2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000">
                  <a:extLst>
                    <a:ext uri="{9D8B030D-6E8A-4147-A177-3AD203B41FA5}">
                      <a16:colId xmlns:a16="http://schemas.microsoft.com/office/drawing/2014/main" val="184229219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b="0" kern="2000" spc="-10" baseline="0" dirty="0">
                          <a:solidFill>
                            <a:srgbClr val="53559B"/>
                          </a:solidFill>
                        </a:rPr>
                        <a:t>Insira o link de acesso ao repositório (GitHub).</a:t>
                      </a: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621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8992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FA034C09-59DD-4564-9C6E-8F60F069EB37}"/>
              </a:ext>
            </a:extLst>
          </p:cNvPr>
          <p:cNvSpPr txBox="1"/>
          <p:nvPr userDrawn="1"/>
        </p:nvSpPr>
        <p:spPr>
          <a:xfrm>
            <a:off x="1865025" y="4038855"/>
            <a:ext cx="12672000" cy="152349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pt-BR" sz="4000" b="1" kern="3200" spc="20" baseline="0" dirty="0">
                <a:solidFill>
                  <a:srgbClr val="9E7E54"/>
                </a:solidFill>
                <a:effectLst/>
                <a:latin typeface="+mn-lt"/>
                <a:ea typeface="Calibri Light" panose="020F0302020204030204" pitchFamily="34" charset="0"/>
              </a:rPr>
              <a:t>SEÇÃO 3</a:t>
            </a:r>
          </a:p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54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Scripts de Infraestrutura como Código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70FB7A2-C821-4005-9581-A434F16907DD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05C62543-80A6-4335-B5BF-F8DAD9E7C88A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0E5B71C4-9222-4017-8252-D16E1DE3F5FB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7" name="Retângulo 6">
            <a:extLst>
              <a:ext uri="{FF2B5EF4-FFF2-40B4-BE49-F238E27FC236}">
                <a16:creationId xmlns:a16="http://schemas.microsoft.com/office/drawing/2014/main" id="{6F3E43FC-36AC-4A32-B34A-E3BE18728F88}"/>
              </a:ext>
            </a:extLst>
          </p:cNvPr>
          <p:cNvSpPr/>
          <p:nvPr userDrawn="1"/>
        </p:nvSpPr>
        <p:spPr>
          <a:xfrm>
            <a:off x="911025" y="8714216"/>
            <a:ext cx="14580000" cy="28800"/>
          </a:xfrm>
          <a:prstGeom prst="rect">
            <a:avLst/>
          </a:prstGeom>
          <a:solidFill>
            <a:srgbClr val="535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7329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7" y="1640232"/>
            <a:ext cx="860400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a) </a:t>
            </a:r>
            <a:r>
              <a:rPr lang="pt-BR" sz="1800" b="1" kern="2400" spc="20" baseline="0" dirty="0">
                <a:solidFill>
                  <a:srgbClr val="19266B"/>
                </a:solidFill>
                <a:latin typeface="+mn-lt"/>
                <a:ea typeface="+mn-ea"/>
                <a:cs typeface="+mn-cs"/>
              </a:rPr>
              <a:t>SCRIPTS PARA PROVISIONAMENTO DE INFRAESTRUTURA A</a:t>
            </a:r>
            <a:r>
              <a:rPr lang="pt-BR" sz="1800" b="1" kern="2400" spc="20" baseline="0" dirty="0">
                <a:solidFill>
                  <a:srgbClr val="19266B"/>
                </a:solidFill>
              </a:rPr>
              <a:t> PARTIR DA FERRAMENTA: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614ED5-BD5E-4882-BF75-99FBC0D3D856}"/>
              </a:ext>
            </a:extLst>
          </p:cNvPr>
          <p:cNvSpPr txBox="1"/>
          <p:nvPr userDrawn="1"/>
        </p:nvSpPr>
        <p:spPr>
          <a:xfrm>
            <a:off x="10218057" y="855785"/>
            <a:ext cx="5286199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3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Scripts de Infraestrutura como Código</a:t>
            </a:r>
          </a:p>
        </p:txBody>
      </p:sp>
      <p:sp>
        <p:nvSpPr>
          <p:cNvPr id="13" name="Espaço Reservado para Texto 9">
            <a:extLst>
              <a:ext uri="{FF2B5EF4-FFF2-40B4-BE49-F238E27FC236}">
                <a16:creationId xmlns:a16="http://schemas.microsoft.com/office/drawing/2014/main" id="{11188E22-FE13-450E-9AD7-00D630A0CE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532687" y="1639268"/>
            <a:ext cx="2808000" cy="277200"/>
          </a:xfrm>
          <a:prstGeom prst="rect">
            <a:avLst/>
          </a:prstGeom>
          <a:solidFill>
            <a:srgbClr val="EEEEFC"/>
          </a:solidFill>
        </p:spPr>
        <p:txBody>
          <a:bodyPr lIns="36000" tIns="0" rIns="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a ferramenta utilizada.</a:t>
            </a:r>
          </a:p>
        </p:txBody>
      </p:sp>
      <p:sp>
        <p:nvSpPr>
          <p:cNvPr id="11" name="Espaço Reservado para Texto 9">
            <a:extLst>
              <a:ext uri="{FF2B5EF4-FFF2-40B4-BE49-F238E27FC236}">
                <a16:creationId xmlns:a16="http://schemas.microsoft.com/office/drawing/2014/main" id="{B4FAFF87-9615-4DB8-A636-FF9CAF0D29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282795"/>
            <a:ext cx="14544674" cy="6588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Cole aqui o link.</a:t>
            </a: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D8868DBC-D79D-4952-8E00-3AA71093F44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22433613"/>
              </p:ext>
            </p:extLst>
          </p:nvPr>
        </p:nvGraphicFramePr>
        <p:xfrm>
          <a:off x="1193799" y="1904081"/>
          <a:ext cx="3888000" cy="2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000">
                  <a:extLst>
                    <a:ext uri="{9D8B030D-6E8A-4147-A177-3AD203B41FA5}">
                      <a16:colId xmlns:a16="http://schemas.microsoft.com/office/drawing/2014/main" val="184229219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b="0" kern="2000" spc="-10" baseline="0" dirty="0">
                          <a:solidFill>
                            <a:srgbClr val="53559B"/>
                          </a:solidFill>
                        </a:rPr>
                        <a:t>Insira o link de acesso ao repositório (GitHub).</a:t>
                      </a: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621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172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">
    <p:bg>
      <p:bgPr>
        <a:blipFill dpi="0" rotWithShape="1">
          <a:blip r:embed="rId2" cstate="email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5952F1E-9BCB-47C9-8499-7411F93F85A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211025" y="4503298"/>
            <a:ext cx="1980000" cy="5946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965916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979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33" r:id="rId2"/>
    <p:sldLayoutId id="2147483696" r:id="rId3"/>
    <p:sldLayoutId id="2147483706" r:id="rId4"/>
    <p:sldLayoutId id="2147483726" r:id="rId5"/>
    <p:sldLayoutId id="2147483727" r:id="rId6"/>
    <p:sldLayoutId id="2147483734" r:id="rId7"/>
    <p:sldLayoutId id="2147483728" r:id="rId8"/>
    <p:sldLayoutId id="2147483729" r:id="rId9"/>
    <p:sldLayoutId id="2147483735" r:id="rId10"/>
    <p:sldLayoutId id="2147483731" r:id="rId11"/>
    <p:sldLayoutId id="2147483694" r:id="rId12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87" userDrawn="1">
          <p15:clr>
            <a:srgbClr val="F26B43"/>
          </p15:clr>
        </p15:guide>
        <p15:guide id="2" pos="9747" userDrawn="1">
          <p15:clr>
            <a:srgbClr val="F26B43"/>
          </p15:clr>
        </p15:guide>
        <p15:guide id="3" orient="horz" pos="461" userDrawn="1">
          <p15:clr>
            <a:srgbClr val="F26B43"/>
          </p15:clr>
        </p15:guide>
        <p15:guide id="4" pos="585" userDrawn="1">
          <p15:clr>
            <a:srgbClr val="F26B43"/>
          </p15:clr>
        </p15:guide>
        <p15:guide id="5" pos="5166" userDrawn="1">
          <p15:clr>
            <a:srgbClr val="F26B43"/>
          </p15:clr>
        </p15:guide>
        <p15:guide id="6" orient="horz" pos="892" userDrawn="1">
          <p15:clr>
            <a:srgbClr val="F26B43"/>
          </p15:clr>
        </p15:guide>
        <p15:guide id="7" orient="horz" pos="102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9980E9-187B-41BE-8F52-63F0BAC645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NOME DO ESTUDANTE: Samuel Aiedo</a:t>
            </a:r>
            <a:br/>
            <a:r>
              <a:t>PROJETO: MedQR - Continuous Integration &amp; Infrastructure as Code (AWS &amp; Terraform)</a:t>
            </a:r>
          </a:p>
        </p:txBody>
      </p:sp>
    </p:spTree>
    <p:extLst>
      <p:ext uri="{BB962C8B-B14F-4D97-AF65-F5344CB8AC3E}">
        <p14:creationId xmlns:p14="http://schemas.microsoft.com/office/powerpoint/2010/main" val="341837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047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4878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6EC7D3-5A22-4E4C-A827-68C7878637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a) DESCRIÇÃO DO PROJETO, OBJETIVOS E REQUISITOS:</a:t>
            </a:r>
            <a:br/>
            <a:br/>
            <a:r>
              <a:t>• DESCRIÇÃO DO PROJETO:</a:t>
            </a:r>
            <a:br/>
            <a:r>
              <a:t>  O MedQR é uma solução de compartilhamento seguro de fichas médicas de emergência para trabalhadores acidentados em ambiente laboral. A aplicação gera QR Codes para crachás corporativos protegidos por senha de acesso público.</a:t>
            </a:r>
            <a:br/>
            <a:br/>
            <a:r>
              <a:t>• OBJETIVOS DE DEVOPS:</a:t>
            </a:r>
            <a:br/>
            <a:r>
              <a:t>  1. Estabelecer um pipeline de Integração Contínua (CI) automatizado para garantir a qualidade, sintaxe e build do código.</a:t>
            </a:r>
            <a:br/>
            <a:r>
              <a:t>  2. Implementar a Infraestrutura como Código (IaC) via Terraform para provisionar o ambiente na nuvem AWS de forma declarativa e reproduzível.</a:t>
            </a:r>
            <a:br/>
            <a:br/>
            <a:r>
              <a:t>• REQUISITOS:</a:t>
            </a:r>
            <a:br/>
            <a:r>
              <a:t>  - Repositório Git/GitHub com branching model estruturado (main e develop).</a:t>
            </a:r>
            <a:br/>
            <a:r>
              <a:t>  - Execução automatizada de linters e testes unitários a cada push/pull request.</a:t>
            </a:r>
            <a:br/>
            <a:r>
              <a:t>  - Isolamento de banco de dados em subnets privadas sem acesso público direto.</a:t>
            </a:r>
          </a:p>
        </p:txBody>
      </p:sp>
    </p:spTree>
    <p:extLst>
      <p:ext uri="{BB962C8B-B14F-4D97-AF65-F5344CB8AC3E}">
        <p14:creationId xmlns:p14="http://schemas.microsoft.com/office/powerpoint/2010/main" val="4066044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0C734D-B74A-49B4-81F9-B095FD7D62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b) PLANO DE INTEGRAÇÃO CONTÍNUA (CI):</a:t>
            </a:r>
            <a:br/>
            <a:br/>
            <a:r>
              <a:t>• ESTRATÉGIA DE BRANCHING &amp; TRIGGERS:</a:t>
            </a:r>
            <a:br/>
            <a:r>
              <a:t>  Gatilhos acionados automaticamente a cada Push ou Pull Request nas branches 'main' e 'develop'.</a:t>
            </a:r>
            <a:br/>
            <a:br/>
            <a:r>
              <a:t>• ETAPAS DA ESTEIRA DE CI (GITHUB ACTIONS):</a:t>
            </a:r>
            <a:br/>
            <a:r>
              <a:t>  1. Checkout &amp; Setup: Instalação do ambiente Node.js (v20.x) e HashiCorp Terraform CLI.</a:t>
            </a:r>
            <a:br/>
            <a:r>
              <a:t>  2. Dependency Installation: Instalação limpa via 'npm ci' a partir do lockfile.</a:t>
            </a:r>
            <a:br/>
            <a:r>
              <a:t>  3. Quality &amp; Linting: Verificação estática de código com 'npm run lint'.</a:t>
            </a:r>
            <a:br/>
            <a:r>
              <a:t>  4. Automated Testing: Execução da suíte de testes unitários e de integração com 'npm test'.</a:t>
            </a:r>
            <a:br/>
            <a:r>
              <a:t>  5. Build Verification: Compilação dos artefatos da aplicação via 'npm run build'.</a:t>
            </a:r>
            <a:br/>
            <a:r>
              <a:t>  6. IaC Validation: Verificação de sintaxe e formatação do Terraform com 'terraform fmt' e 'terraform validate'.</a:t>
            </a:r>
          </a:p>
        </p:txBody>
      </p:sp>
    </p:spTree>
    <p:extLst>
      <p:ext uri="{BB962C8B-B14F-4D97-AF65-F5344CB8AC3E}">
        <p14:creationId xmlns:p14="http://schemas.microsoft.com/office/powerpoint/2010/main" val="600266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0123114-87BF-4523-A231-EA598A2BD8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c) ESPECIFICAÇÃO DETALHADA DA INFRAESTRUTURA NECESSÁRIA (AWS):</a:t>
            </a:r>
            <a:br/>
            <a:br/>
            <a:r>
              <a:t>• REDE (VPC &amp; SUBNETS):</a:t>
            </a:r>
            <a:br/>
            <a:r>
              <a:t>  - 1 VPC isolada (CIDR 10.0.0.0/16) com Internet Gateway (IGW).</a:t>
            </a:r>
            <a:br/>
            <a:r>
              <a:t>  - 2 Subnets Públicas (10.0.1.0/24 e 10.0.2.0/24) para a camada Web e Load Balancer.</a:t>
            </a:r>
            <a:br/>
            <a:r>
              <a:t>  - 2 Subnets Privadas (10.0.10.0/24 e 10.0.11.0/24) para isolamento da camada de dados.</a:t>
            </a:r>
            <a:br/>
            <a:br/>
            <a:r>
              <a:t>• APLICAÇÃO WEB &amp; SEGURANÇA:</a:t>
            </a:r>
            <a:br/>
            <a:r>
              <a:t>  - Security Group 'medqr-web-sg' liberando portas HTTP (80), HTTPS (443) e App (3000).</a:t>
            </a:r>
            <a:br/>
            <a:br/>
            <a:r>
              <a:t>• BANCO DE DADOS GERENCIADO (RDS POSTGRESQL):</a:t>
            </a:r>
            <a:br/>
            <a:r>
              <a:t>  - Instância AWS RDS PostgreSQL v15.4 (t3.micro) em subnets privadas.</a:t>
            </a:r>
            <a:br/>
            <a:r>
              <a:t>  - Security Group 'medqr-db-sg' liberando a porta 5432 EXCLUSIVAMENTE para a camada Web.</a:t>
            </a:r>
            <a:br/>
            <a:br/>
            <a:r>
              <a:t>• ARMAZENAMENTO ESTÁTICO (S3):</a:t>
            </a:r>
            <a:br/>
            <a:r>
              <a:t>  - Bucket AWS S3 'medqr-app-assets-storage-2026' para hospedagem de assets e imagens de QR Code.</a:t>
            </a:r>
          </a:p>
        </p:txBody>
      </p:sp>
    </p:spTree>
    <p:extLst>
      <p:ext uri="{BB962C8B-B14F-4D97-AF65-F5344CB8AC3E}">
        <p14:creationId xmlns:p14="http://schemas.microsoft.com/office/powerpoint/2010/main" val="1375584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9929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0796DCB6-D43A-4EB7-8614-1476A7E4B4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21E794-B8F1-4074-A736-C3EC5824AD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a) CONFIGURAÇÃO DO REPOSITÓRIO DE CÓDIGO:</a:t>
            </a:r>
            <a:br/>
            <a:br/>
            <a:r>
              <a:t>• LINK DO REPOSITÓRIO:</a:t>
            </a:r>
            <a:br/>
            <a:r>
              <a:t>  https://github.com/samuelaiedo/medqr-clinical-system</a:t>
            </a:r>
            <a:br/>
            <a:br/>
            <a:r>
              <a:t>• ESTRUTURA DO REPOSITÓRIO:</a:t>
            </a:r>
            <a:br/>
            <a:r>
              <a:t>  - / (Código da Aplicação MedQR)</a:t>
            </a:r>
            <a:br/>
            <a:r>
              <a:t>  - /.github/workflows/ci.yml (Pipeline de CI do GitHub Actions)</a:t>
            </a:r>
            <a:br/>
            <a:r>
              <a:t>  - /devops/terraform/ (Scripts de Infraestrutura como Código)</a:t>
            </a:r>
            <a:br/>
            <a:r>
              <a:t>    ├── main.tf (Provedor AWS e tags)</a:t>
            </a:r>
            <a:br/>
            <a:r>
              <a:t>    ├── variables.tf (Parâmetros e credenciais)</a:t>
            </a:r>
            <a:br/>
            <a:r>
              <a:t>    ├── vpc.tf (VPC, Subnets e IGW)</a:t>
            </a:r>
            <a:br/>
            <a:r>
              <a:t>    └── resources.tf (Security Groups, RDS e S3)</a:t>
            </a:r>
          </a:p>
        </p:txBody>
      </p:sp>
    </p:spTree>
    <p:extLst>
      <p:ext uri="{BB962C8B-B14F-4D97-AF65-F5344CB8AC3E}">
        <p14:creationId xmlns:p14="http://schemas.microsoft.com/office/powerpoint/2010/main" val="1260139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B1C23B81-E62A-4DBE-B9A9-C4B80D4912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b) IMPLEMENTAÇÃO DO PIPELINE DE CI USANDO GITHUB ACTIONS:</a:t>
            </a:r>
            <a:br/>
            <a:br/>
            <a:r>
              <a:t>• EVIDÊNCIA DO ARQUIVO DE WORKFLOW (.github/workflows/ci.yml):</a:t>
            </a:r>
            <a:br/>
            <a:br/>
            <a:r>
              <a:t>name: MedQR Continuous Integration Pipeline</a:t>
            </a:r>
            <a:br/>
            <a:r>
              <a:t>on:</a:t>
            </a:r>
            <a:br/>
            <a:r>
              <a:t>  push:</a:t>
            </a:r>
            <a:br/>
            <a:r>
              <a:t>    branches: [main, develop]</a:t>
            </a:r>
            <a:br/>
            <a:r>
              <a:t>  pull_request:</a:t>
            </a:r>
            <a:br/>
            <a:r>
              <a:t>    branches: [main, develop]</a:t>
            </a:r>
            <a:br/>
            <a:br/>
            <a:r>
              <a:t>jobs:</a:t>
            </a:r>
            <a:br/>
            <a:r>
              <a:t>  build-and-test:</a:t>
            </a:r>
            <a:br/>
            <a:r>
              <a:t>    runs-on: ubuntu-latest</a:t>
            </a:r>
            <a:br/>
            <a:r>
              <a:t>    steps:</a:t>
            </a:r>
            <a:br/>
            <a:r>
              <a:t>      - uses: actions/checkout@v4</a:t>
            </a:r>
            <a:br/>
            <a:r>
              <a:t>      - uses: actions/setup-node@v4</a:t>
            </a:r>
            <a:br/>
            <a:r>
              <a:t>        with: { node-version: '20.x', cache: 'npm' }</a:t>
            </a:r>
            <a:br/>
            <a:r>
              <a:t>      - run: npm ci</a:t>
            </a:r>
            <a:br/>
            <a:r>
              <a:t>      - run: npm run lint --if-present</a:t>
            </a:r>
            <a:br/>
            <a:r>
              <a:t>      - run: npm test --if-present</a:t>
            </a:r>
            <a:br/>
            <a:r>
              <a:t>      - run: npm run build --if-present</a:t>
            </a:r>
            <a:br/>
            <a:br/>
            <a:r>
              <a:t>  terraform-check:</a:t>
            </a:r>
            <a:br/>
            <a:r>
              <a:t>    runs-on: ubuntu-latest</a:t>
            </a:r>
            <a:br/>
            <a:r>
              <a:t>    steps:</a:t>
            </a:r>
            <a:br/>
            <a:r>
              <a:t>      - uses: actions/checkout@v4</a:t>
            </a:r>
            <a:br/>
            <a:r>
              <a:t>      - uses: hashicorp/setup-terraform@v3</a:t>
            </a:r>
            <a:br/>
            <a:r>
              <a:t>      - run: terraform fmt -check -recursive devops/terraform</a:t>
            </a:r>
            <a:br/>
            <a:r>
              <a:t>      - run: cd devops/terraform &amp;&amp; terraform init -backend=false &amp;&amp; terraform validate</a:t>
            </a:r>
          </a:p>
        </p:txBody>
      </p:sp>
    </p:spTree>
    <p:extLst>
      <p:ext uri="{BB962C8B-B14F-4D97-AF65-F5344CB8AC3E}">
        <p14:creationId xmlns:p14="http://schemas.microsoft.com/office/powerpoint/2010/main" val="3670702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667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E120464-6849-45E5-BCA4-D72C557D94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0AAEE1E-24CB-4CA6-848A-9AF9798EED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a) SCRIPTS PARA PROVISIONAMENTO DE INFRAESTRUTURA A PARTIR DA FERRAMENTA:</a:t>
            </a:r>
            <a:br/>
            <a:br/>
            <a:r>
              <a:t>• FERRAMENTA UTILIZADA: HashiCorp Terraform (v1.6+)</a:t>
            </a:r>
            <a:br/>
            <a:r>
              <a:t>• LINK DOS SCRIPTS NO REPOSITÓRIO:</a:t>
            </a:r>
            <a:br/>
            <a:r>
              <a:t>  https://github.com/samuelaiedo/medqr-clinical-system/tree/main/devops/terraform</a:t>
            </a:r>
            <a:br/>
            <a:br/>
            <a:r>
              <a:t>• RESUMO DOS ARQUIVOS E RECURSOS:</a:t>
            </a:r>
            <a:br/>
            <a:r>
              <a:t>  1. main.tf: Provider 'hashicorp/aws' (~&gt; 5.0) com default tags 'Project=MedQR'.</a:t>
            </a:r>
            <a:br/>
            <a:r>
              <a:t>  2. variables.tf: Configuração flexível de Região (us-east-1), CIDR (10.0.0.0/16) e BD.</a:t>
            </a:r>
            <a:br/>
            <a:r>
              <a:t>  3. vpc.tf: Provisiona VPC, 2 Subnets Públicas, 2 Subnets Privadas e Internet Gateway.</a:t>
            </a:r>
            <a:br/>
            <a:r>
              <a:t>  4. resources.tf: Provisiona Security Groups (Web e DB), Instância RDS PostgreSQL 15.4 e Bucket S3.</a:t>
            </a:r>
            <a:br/>
            <a:br/>
            <a:r>
              <a:t>• VALIDAÇÃO:</a:t>
            </a:r>
            <a:br/>
            <a:r>
              <a:t>  - 'terraform fmt -check': Executado com sucesso (0 desalinhamentos).</a:t>
            </a:r>
            <a:br/>
            <a:r>
              <a:t>  - 'terraform validate': Configuração válida e testada com sucesso!</a:t>
            </a:r>
          </a:p>
        </p:txBody>
      </p:sp>
    </p:spTree>
    <p:extLst>
      <p:ext uri="{BB962C8B-B14F-4D97-AF65-F5344CB8AC3E}">
        <p14:creationId xmlns:p14="http://schemas.microsoft.com/office/powerpoint/2010/main" val="3297169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378000"/>
      </p:ext>
    </p:extLst>
  </p:cSld>
  <p:clrMapOvr>
    <a:masterClrMapping/>
  </p:clrMapOvr>
</p:sld>
</file>

<file path=ppt/theme/theme1.xml><?xml version="1.0" encoding="utf-8"?>
<a:theme xmlns:a="http://schemas.openxmlformats.org/drawingml/2006/main" name="Extensionista_Mapa_de_Empatia">
  <a:themeElements>
    <a:clrScheme name="Personalizada 8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4925">
          <a:noFill/>
        </a:ln>
      </a:spPr>
      <a:bodyPr lIns="0" tIns="0" rIns="0" bIns="0" rtlCol="0" anchor="t"/>
      <a:lstStyle>
        <a:defPPr algn="l">
          <a:lnSpc>
            <a:spcPct val="100000"/>
          </a:lnSpc>
          <a:defRPr sz="1600" b="1" spc="50" dirty="0" smtClean="0">
            <a:solidFill>
              <a:srgbClr val="19266B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 w="9525">
          <a:solidFill>
            <a:srgbClr val="4B00DC"/>
          </a:solidFill>
        </a:ln>
      </a:spPr>
      <a:bodyPr wrap="square" lIns="72000" tIns="72000" rIns="72000" bIns="72000" rtlCol="0" anchor="ctr" anchorCtr="0">
        <a:spAutoFit/>
      </a:bodyPr>
      <a:lstStyle>
        <a:defPPr algn="ctr" fontAlgn="base">
          <a:lnSpc>
            <a:spcPts val="2400"/>
          </a:lnSpc>
          <a:defRPr sz="2000" b="0" kern="1800" spc="-10" baseline="0" dirty="0" smtClean="0">
            <a:solidFill>
              <a:srgbClr val="4B00DC"/>
            </a:solidFill>
            <a:effectLst/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xtensionista_Mapa_de_Empatia" id="{1E0A14DB-EACD-4C09-970D-9B74786C02BA}" vid="{A356B5F9-4AF9-4532-8AB7-0B7F924627A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439f31e-650a-4110-90ce-dedea476195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B80C79D672AC42A1970465DFBE826F" ma:contentTypeVersion="15" ma:contentTypeDescription="Crie um novo documento." ma:contentTypeScope="" ma:versionID="2eefaa1e6d6c44dc16da2b9d163c9050">
  <xsd:schema xmlns:xsd="http://www.w3.org/2001/XMLSchema" xmlns:xs="http://www.w3.org/2001/XMLSchema" xmlns:p="http://schemas.microsoft.com/office/2006/metadata/properties" xmlns:ns3="6439f31e-650a-4110-90ce-dedea4761958" xmlns:ns4="0c1d693f-504f-4903-8fa4-fc4240ce4f11" targetNamespace="http://schemas.microsoft.com/office/2006/metadata/properties" ma:root="true" ma:fieldsID="0d3e9c37c1323d55a0c2b9c866021e93" ns3:_="" ns4:_="">
    <xsd:import namespace="6439f31e-650a-4110-90ce-dedea4761958"/>
    <xsd:import namespace="0c1d693f-504f-4903-8fa4-fc4240ce4f1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9f31e-650a-4110-90ce-dedea47619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1d693f-504f-4903-8fa4-fc4240ce4f1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5DC577-20A1-4512-B4E1-28F0CC21B7A7}">
  <ds:schemaRefs>
    <ds:schemaRef ds:uri="6439f31e-650a-4110-90ce-dedea4761958"/>
    <ds:schemaRef ds:uri="http://purl.org/dc/terms/"/>
    <ds:schemaRef ds:uri="http://schemas.openxmlformats.org/package/2006/metadata/core-properties"/>
    <ds:schemaRef ds:uri="http://purl.org/dc/dcmitype/"/>
    <ds:schemaRef ds:uri="0c1d693f-504f-4903-8fa4-fc4240ce4f11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16D510D-55C7-43E2-BA4A-72786699A1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840938-E05E-4C2F-BC8B-C9AED83822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9f31e-650a-4110-90ce-dedea4761958"/>
    <ds:schemaRef ds:uri="0c1d693f-504f-4903-8fa4-fc4240ce4f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Extensionista_Mapa_de_Empatia</Template>
  <TotalTime>2236</TotalTime>
  <Words>1</Words>
  <Application>Microsoft Office PowerPoint</Application>
  <PresentationFormat>Personalizar</PresentationFormat>
  <Paragraphs>1</Paragraphs>
  <Slides>12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Extensionista_Mapa_de_Empatia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Rafaela Boletti Duraes Souto</dc:creator>
  <cp:lastModifiedBy>Amanda Farias Hamermuller</cp:lastModifiedBy>
  <cp:revision>274</cp:revision>
  <dcterms:created xsi:type="dcterms:W3CDTF">2024-07-05T13:08:06Z</dcterms:created>
  <dcterms:modified xsi:type="dcterms:W3CDTF">2025-05-06T18:05:35Z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0x010100D0B80C79D672AC42A1970465DFBE826F</vt:lpwstr>
  </property>
  <property fmtid="{D5CDD505-2E9C-101B-9397-08002B2CF9AE}" pid="3" name="MSIP_Label_086c2b39-4223-4d15-bcb9-787ea17e6435_Enabled">
    <vt:lpwstr>true</vt:lpwstr>
  </property>
  <property fmtid="{D5CDD505-2E9C-101B-9397-08002B2CF9AE}" pid="4" name="MSIP_Label_086c2b39-4223-4d15-bcb9-787ea17e6435_SetDate">
    <vt:lpwstr>2025-05-06T18:05:23Z</vt:lpwstr>
  </property>
  <property fmtid="{D5CDD505-2E9C-101B-9397-08002B2CF9AE}" pid="5" name="MSIP_Label_086c2b39-4223-4d15-bcb9-787ea17e6435_Method">
    <vt:lpwstr>Standard</vt:lpwstr>
  </property>
  <property fmtid="{D5CDD505-2E9C-101B-9397-08002B2CF9AE}" pid="6" name="MSIP_Label_086c2b39-4223-4d15-bcb9-787ea17e6435_Name">
    <vt:lpwstr>086c2b39-4223-4d15-bcb9-787ea17e6435</vt:lpwstr>
  </property>
  <property fmtid="{D5CDD505-2E9C-101B-9397-08002B2CF9AE}" pid="7" name="MSIP_Label_086c2b39-4223-4d15-bcb9-787ea17e6435_SiteId">
    <vt:lpwstr>7575b092-fc5f-4f6c-b7a5-9e9ef7aca80d</vt:lpwstr>
  </property>
  <property fmtid="{D5CDD505-2E9C-101B-9397-08002B2CF9AE}" pid="8" name="MSIP_Label_086c2b39-4223-4d15-bcb9-787ea17e6435_ActionId">
    <vt:lpwstr>f7eb1f72-4224-4c80-b912-b5ba8cf00994</vt:lpwstr>
  </property>
  <property fmtid="{D5CDD505-2E9C-101B-9397-08002B2CF9AE}" pid="9" name="MSIP_Label_086c2b39-4223-4d15-bcb9-787ea17e6435_ContentBits">
    <vt:lpwstr>0</vt:lpwstr>
  </property>
  <property fmtid="{D5CDD505-2E9C-101B-9397-08002B2CF9AE}" pid="10" name="MSIP_Label_086c2b39-4223-4d15-bcb9-787ea17e6435_Tag">
    <vt:lpwstr>10, 3, 0, 1</vt:lpwstr>
  </property>
</Properties>
</file>